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9020C4-0122-420B-91B0-1CC63A0BE464}">
          <p14:sldIdLst>
            <p14:sldId id="256"/>
            <p14:sldId id="257"/>
            <p14:sldId id="258"/>
            <p14:sldId id="259"/>
            <p14:sldId id="260"/>
            <p14:sldId id="261"/>
            <p14:sldId id="262"/>
            <p14:sldId id="263"/>
            <p14:sldId id="264"/>
            <p14:sldId id="265"/>
          </p14:sldIdLst>
        </p14:section>
        <p14:section name="Untitled Section" id="{7732298B-462D-4022-AAD6-B4F62DA485B6}">
          <p14:sldIdLst>
            <p14:sldId id="266"/>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D"/>
    <a:srgbClr val="9A7200"/>
    <a:srgbClr val="CC9900"/>
    <a:srgbClr val="B88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4622" autoAdjust="0"/>
  </p:normalViewPr>
  <p:slideViewPr>
    <p:cSldViewPr>
      <p:cViewPr varScale="1">
        <p:scale>
          <a:sx n="114" d="100"/>
          <a:sy n="114" d="100"/>
        </p:scale>
        <p:origin x="132" y="228"/>
      </p:cViewPr>
      <p:guideLst>
        <p:guide orient="horz" pos="2160"/>
        <p:guide pos="3840"/>
      </p:guideLst>
    </p:cSldViewPr>
  </p:slideViewPr>
  <p:outlineViewPr>
    <p:cViewPr>
      <p:scale>
        <a:sx n="33" d="100"/>
        <a:sy n="33" d="100"/>
      </p:scale>
      <p:origin x="0" y="-605"/>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60" d="100"/>
          <a:sy n="60" d="100"/>
        </p:scale>
        <p:origin x="2899"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Apostkef%20-%20Google%20Drive%20Portal%20(Synced%20Local)\&#928;&#961;&#959;&#947;&#961;&#945;&#956;&#956;&#945;%20&#915;&#953;&#945;&#957;&#957;&#951;&#962;\FINANCE.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cap="none" spc="20" baseline="0">
                <a:solidFill>
                  <a:schemeClr val="dk1">
                    <a:lumMod val="50000"/>
                    <a:lumOff val="50000"/>
                  </a:schemeClr>
                </a:solidFill>
                <a:latin typeface="+mn-lt"/>
                <a:ea typeface="+mn-ea"/>
                <a:cs typeface="+mn-cs"/>
              </a:defRPr>
            </a:pPr>
            <a:r>
              <a:rPr lang="el-GR"/>
              <a:t>Εποχικότητα σε βάθος 9 βδομάδων</a:t>
            </a:r>
            <a:endParaRPr lang="en-US"/>
          </a:p>
        </c:rich>
      </c:tx>
      <c:overlay val="0"/>
      <c:spPr>
        <a:noFill/>
        <a:ln>
          <a:noFill/>
        </a:ln>
        <a:effectLst/>
      </c:spPr>
      <c:txPr>
        <a:bodyPr rot="0" spcFirstLastPara="1" vertOverflow="ellipsis" vert="horz" wrap="square" anchor="ctr" anchorCtr="1"/>
        <a:lstStyle/>
        <a:p>
          <a:pPr>
            <a:defRPr sz="1862" b="0" i="0" u="none" strike="noStrike" kern="1200" cap="none" spc="20" baseline="0">
              <a:solidFill>
                <a:schemeClr val="dk1">
                  <a:lumMod val="50000"/>
                  <a:lumOff val="50000"/>
                </a:schemeClr>
              </a:solidFill>
              <a:latin typeface="+mn-lt"/>
              <a:ea typeface="+mn-ea"/>
              <a:cs typeface="+mn-cs"/>
            </a:defRPr>
          </a:pPr>
          <a:endParaRPr lang="el-GR"/>
        </a:p>
      </c:txPr>
    </c:title>
    <c:autoTitleDeleted val="0"/>
    <c:plotArea>
      <c:layout/>
      <c:lineChart>
        <c:grouping val="stacked"/>
        <c:varyColors val="0"/>
        <c:ser>
          <c:idx val="0"/>
          <c:order val="0"/>
          <c:spPr>
            <a:ln w="22225" cap="rnd" cmpd="sng" algn="ctr">
              <a:solidFill>
                <a:schemeClr val="accent1"/>
              </a:solidFill>
              <a:round/>
            </a:ln>
            <a:effectLst/>
          </c:spPr>
          <c:marker>
            <c:symbol val="none"/>
          </c:marker>
          <c:val>
            <c:numRef>
              <c:f>'Gold Futures Historical Data'!$H$69:$H$77</c:f>
              <c:numCache>
                <c:formatCode>General</c:formatCode>
                <c:ptCount val="9"/>
                <c:pt idx="0">
                  <c:v>174.28643333333338</c:v>
                </c:pt>
                <c:pt idx="1">
                  <c:v>168.29108888888885</c:v>
                </c:pt>
                <c:pt idx="2">
                  <c:v>163.41796666666673</c:v>
                </c:pt>
                <c:pt idx="3">
                  <c:v>168.63373333333334</c:v>
                </c:pt>
                <c:pt idx="4">
                  <c:v>175.06061111111109</c:v>
                </c:pt>
                <c:pt idx="5">
                  <c:v>175.60114444444446</c:v>
                </c:pt>
                <c:pt idx="6">
                  <c:v>183.85024444444448</c:v>
                </c:pt>
                <c:pt idx="7">
                  <c:v>187.5549</c:v>
                </c:pt>
                <c:pt idx="8">
                  <c:v>181.60400000000004</c:v>
                </c:pt>
              </c:numCache>
            </c:numRef>
          </c:val>
          <c:smooth val="0"/>
          <c:extLst>
            <c:ext xmlns:c16="http://schemas.microsoft.com/office/drawing/2014/chart" uri="{C3380CC4-5D6E-409C-BE32-E72D297353CC}">
              <c16:uniqueId val="{00000000-63F6-4A71-BD9D-697E913CD1AD}"/>
            </c:ext>
          </c:extLst>
        </c:ser>
        <c:dLbls>
          <c:showLegendKey val="0"/>
          <c:showVal val="0"/>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661865616"/>
        <c:axId val="661882416"/>
      </c:lineChart>
      <c:catAx>
        <c:axId val="661865616"/>
        <c:scaling>
          <c:orientation val="minMax"/>
        </c:scaling>
        <c:delete val="0"/>
        <c:axPos val="b"/>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l-GR"/>
          </a:p>
        </c:txPr>
        <c:crossAx val="661882416"/>
        <c:crosses val="autoZero"/>
        <c:auto val="1"/>
        <c:lblAlgn val="ctr"/>
        <c:lblOffset val="100"/>
        <c:noMultiLvlLbl val="0"/>
      </c:catAx>
      <c:valAx>
        <c:axId val="6618824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l-GR"/>
          </a:p>
        </c:txPr>
        <c:crossAx val="661865616"/>
        <c:crosses val="autoZero"/>
        <c:crossBetween val="between"/>
      </c:valAx>
      <c:spPr>
        <a:gradFill>
          <a:gsLst>
            <a:gs pos="100000">
              <a:schemeClr val="lt1">
                <a:lumMod val="95000"/>
              </a:schemeClr>
            </a:gs>
            <a:gs pos="0">
              <a:schemeClr val="lt1"/>
            </a:gs>
          </a:gsLst>
          <a:lin ang="5400000" scaled="0"/>
        </a:grad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l-G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70F88C-EE0B-46D2-79DE-6A6946FEB5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dirty="0"/>
          </a:p>
        </p:txBody>
      </p:sp>
      <p:sp>
        <p:nvSpPr>
          <p:cNvPr id="3" name="Date Placeholder 2">
            <a:extLst>
              <a:ext uri="{FF2B5EF4-FFF2-40B4-BE49-F238E27FC236}">
                <a16:creationId xmlns:a16="http://schemas.microsoft.com/office/drawing/2014/main" id="{93F36E72-A430-E934-47B8-8B5E4F84299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41A86E-2213-410D-BEFB-292EF6DC183A}" type="datetimeFigureOut">
              <a:rPr lang="el-GR" smtClean="0"/>
              <a:t>7/1/2026</a:t>
            </a:fld>
            <a:endParaRPr lang="el-GR"/>
          </a:p>
        </p:txBody>
      </p:sp>
      <p:sp>
        <p:nvSpPr>
          <p:cNvPr id="4" name="Footer Placeholder 3">
            <a:extLst>
              <a:ext uri="{FF2B5EF4-FFF2-40B4-BE49-F238E27FC236}">
                <a16:creationId xmlns:a16="http://schemas.microsoft.com/office/drawing/2014/main" id="{62C6B2DB-93E7-3877-BCB7-A192AA9437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5" name="Slide Number Placeholder 4">
            <a:extLst>
              <a:ext uri="{FF2B5EF4-FFF2-40B4-BE49-F238E27FC236}">
                <a16:creationId xmlns:a16="http://schemas.microsoft.com/office/drawing/2014/main" id="{43C4022D-4A1C-F8F3-770B-F3EA46EE582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912261-87E0-4CA4-AEF7-1F874C2AAC4B}" type="slidenum">
              <a:rPr lang="el-GR" smtClean="0"/>
              <a:t>‹#›</a:t>
            </a:fld>
            <a:endParaRPr lang="el-GR"/>
          </a:p>
        </p:txBody>
      </p:sp>
    </p:spTree>
    <p:extLst>
      <p:ext uri="{BB962C8B-B14F-4D97-AF65-F5344CB8AC3E}">
        <p14:creationId xmlns:p14="http://schemas.microsoft.com/office/powerpoint/2010/main" val="197212125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5:10.698"/>
    </inkml:context>
    <inkml:brush xml:id="br0">
      <inkml:brushProperty name="width" value="0.05" units="cm"/>
      <inkml:brushProperty name="height" value="0.05" units="cm"/>
    </inkml:brush>
  </inkml:definitions>
  <inkml:trace contextRef="#ctx0" brushRef="#br0">0 0 24575,'5'0'0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2T19:17:18.100"/>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776 1,'24'4</inkml:trace>
  <inkml:trace contextRef="#ctx0" brushRef="#br0" timeOffset="1">801 8,'-2'5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38.365"/>
    </inkml:context>
    <inkml:brush xml:id="br0">
      <inkml:brushProperty name="width" value="0.05" units="cm"/>
      <inkml:brushProperty name="height" value="0.05" units="cm"/>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0.077"/>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39.268"/>
    </inkml:context>
    <inkml:brush xml:id="br0">
      <inkml:brushProperty name="width" value="0.05" units="cm"/>
      <inkml:brushProperty name="height" value="0.05" units="cm"/>
    </inkml:brush>
  </inkml:definitions>
  <inkml:trace contextRef="#ctx0" brushRef="#br0">0 5 24575,'5'-5'0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0.545"/>
    </inkml:context>
    <inkml:brush xml:id="br0">
      <inkml:brushProperty name="width" value="0.05" units="cm"/>
      <inkml:brushProperty name="height" value="0.05" units="cm"/>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2.034"/>
    </inkml:context>
    <inkml:brush xml:id="br0">
      <inkml:brushProperty name="width" value="0.05" units="cm"/>
      <inkml:brushProperty name="height" value="0.05" units="cm"/>
    </inkml:brush>
  </inkml:definitions>
  <inkml:trace contextRef="#ctx0" brushRef="#br0">0 1 24575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2.715"/>
    </inkml:context>
    <inkml:brush xml:id="br0">
      <inkml:brushProperty name="width" value="0.05" units="cm"/>
      <inkml:brushProperty name="height" value="0.05" units="cm"/>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3.322"/>
    </inkml:context>
    <inkml:brush xml:id="br0">
      <inkml:brushProperty name="width" value="0.05" units="cm"/>
      <inkml:brushProperty name="height" value="0.05" units="cm"/>
    </inkml:brush>
  </inkml:definitions>
  <inkml:trace contextRef="#ctx0" brushRef="#br0">0 1 24575,'0'4'0,"0"7"0,0 5 0,0 5 0,0-1-8191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3.695"/>
    </inkml:context>
    <inkml:brush xml:id="br0">
      <inkml:brushProperty name="width" value="0.05" units="cm"/>
      <inkml:brushProperty name="height" value="0.05" units="cm"/>
    </inkml:brush>
  </inkml:definitions>
  <inkml:trace contextRef="#ctx0" brushRef="#br0">0 1 24575,'0'4'0,"0"7"0,0 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4.101"/>
    </inkml:context>
    <inkml:brush xml:id="br0">
      <inkml:brushProperty name="width" value="0.05" units="cm"/>
      <inkml:brushProperty name="height" value="0.05" units="cm"/>
    </inkml:brush>
  </inkml:definitions>
  <inkml:trace contextRef="#ctx0" brushRef="#br0">1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4.599"/>
    </inkml:context>
    <inkml:brush xml:id="br0">
      <inkml:brushProperty name="width" value="0.05" units="cm"/>
      <inkml:brushProperty name="height" value="0.05" units="cm"/>
    </inkml:brush>
  </inkml:definitions>
  <inkml:trace contextRef="#ctx0" brushRef="#br0">1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5.065"/>
    </inkml:context>
    <inkml:brush xml:id="br0">
      <inkml:brushProperty name="width" value="0.05" units="cm"/>
      <inkml:brushProperty name="height" value="0.05" units="cm"/>
    </inkml:brush>
  </inkml:definitions>
  <inkml:trace contextRef="#ctx0" brushRef="#br0">1 0 24575,'0'5'0,"0"5"0,0 7 0,0 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5.374"/>
    </inkml:context>
    <inkml:brush xml:id="br0">
      <inkml:brushProperty name="width" value="0.05" units="cm"/>
      <inkml:brushProperty name="height" value="0.05" units="cm"/>
    </inkml:brush>
  </inkml:definitions>
  <inkml:trace contextRef="#ctx0" brushRef="#br0">1 0 24575,'0'5'0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5.684"/>
    </inkml:context>
    <inkml:brush xml:id="br0">
      <inkml:brushProperty name="width" value="0.05" units="cm"/>
      <inkml:brushProperty name="height" value="0.05" units="cm"/>
    </inkml:brush>
  </inkml:definitions>
  <inkml:trace contextRef="#ctx0" brushRef="#br0">1 73 24575,'4'0'0,"7"-5"0,1-5 0,-2-7 0,-2-4 0,-3 2-8191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6.041"/>
    </inkml:context>
    <inkml:brush xml:id="br0">
      <inkml:brushProperty name="width" value="0.05" units="cm"/>
      <inkml:brushProperty name="height" value="0.05" units="cm"/>
    </inkml:brush>
  </inkml:definitions>
  <inkml:trace contextRef="#ctx0" brushRef="#br0">1 1 24575,'4'0'0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6.351"/>
    </inkml:context>
    <inkml:brush xml:id="br0">
      <inkml:brushProperty name="width" value="0.05" units="cm"/>
      <inkml:brushProperty name="height" value="0.05" units="cm"/>
    </inkml:brush>
  </inkml:definitions>
  <inkml:trace contextRef="#ctx0" brushRef="#br0">0 1 24575,'5'4'0,"1"7"0,1 5 0,-3 1-8191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7.256"/>
    </inkml:context>
    <inkml:brush xml:id="br0">
      <inkml:brushProperty name="width" value="0.05" units="cm"/>
      <inkml:brushProperty name="height" value="0.05" units="cm"/>
    </inkml:brush>
  </inkml:definitions>
  <inkml:trace contextRef="#ctx0" brushRef="#br0">0 1 24575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7.690"/>
    </inkml:context>
    <inkml:brush xml:id="br0">
      <inkml:brushProperty name="width" value="0.05" units="cm"/>
      <inkml:brushProperty name="height" value="0.05" units="cm"/>
    </inkml:brush>
  </inkml:definitions>
  <inkml:trace contextRef="#ctx0" brushRef="#br0">0 1 24575,'0'4'0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8.169"/>
    </inkml:context>
    <inkml:brush xml:id="br0">
      <inkml:brushProperty name="width" value="0.05" units="cm"/>
      <inkml:brushProperty name="height" value="0.05" units="cm"/>
    </inkml:brush>
  </inkml:definitions>
  <inkml:trace contextRef="#ctx0" brushRef="#br0">1 28 24575,'0'-5'0,"0"-6"0,0-1-8191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8.403"/>
    </inkml:context>
    <inkml:brush xml:id="br0">
      <inkml:brushProperty name="width" value="0.05" units="cm"/>
      <inkml:brushProperty name="height" value="0.05" units="cm"/>
    </inkml:brush>
  </inkml:definitions>
  <inkml:trace contextRef="#ctx0" brushRef="#br0">1 5 24575,'0'-5'0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8.904"/>
    </inkml:context>
    <inkml:brush xml:id="br0">
      <inkml:brushProperty name="width" value="0.05" units="cm"/>
      <inkml:brushProperty name="height" value="0.05" units="cm"/>
    </inkml:brush>
  </inkml:definitions>
  <inkml:trace contextRef="#ctx0" brushRef="#br0">16 0 24575,'0'5'0,"0"5"0,0 7 0,-4 0 0,-2 1 0,0-1-8191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9.259"/>
    </inkml:context>
    <inkml:brush xml:id="br0">
      <inkml:brushProperty name="width" value="0.05" units="cm"/>
      <inkml:brushProperty name="height" value="0.05" units="cm"/>
    </inkml:brush>
  </inkml:definitions>
  <inkml:trace contextRef="#ctx0" brushRef="#br0">0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9.523"/>
    </inkml:context>
    <inkml:brush xml:id="br0">
      <inkml:brushProperty name="width" value="0.05" units="cm"/>
      <inkml:brushProperty name="height" value="0.05" units="cm"/>
    </inkml:brush>
  </inkml:definitions>
  <inkml:trace contextRef="#ctx0" brushRef="#br0">0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9.710"/>
    </inkml:context>
    <inkml:brush xml:id="br0">
      <inkml:brushProperty name="width" value="0.05" units="cm"/>
      <inkml:brushProperty name="height" value="0.05" units="cm"/>
    </inkml:brush>
  </inkml:definitions>
  <inkml:trace contextRef="#ctx0" brushRef="#br0">0 1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3.177"/>
    </inkml:context>
    <inkml:brush xml:id="br0">
      <inkml:brushProperty name="width" value="0.05" units="cm"/>
      <inkml:brushProperty name="height" value="0.05" units="cm"/>
    </inkml:brush>
  </inkml:definitions>
  <inkml:trace contextRef="#ctx0" brushRef="#br0">0 0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3.518"/>
    </inkml:context>
    <inkml:brush xml:id="br0">
      <inkml:brushProperty name="width" value="0.05" units="cm"/>
      <inkml:brushProperty name="height" value="0.05" units="cm"/>
    </inkml:brush>
  </inkml:definitions>
  <inkml:trace contextRef="#ctx0" brushRef="#br0">0 1 24575,'0'4'0,"0"7"0,0 5 0,0 6 0,0-3-8191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3.845"/>
    </inkml:context>
    <inkml:brush xml:id="br0">
      <inkml:brushProperty name="width" value="0.05" units="cm"/>
      <inkml:brushProperty name="height" value="0.05" units="cm"/>
    </inkml:brush>
  </inkml:definitions>
  <inkml:trace contextRef="#ctx0" brushRef="#br0">0 1 24575,'0'5'0,"0"6"0,0 1-8191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4.470"/>
    </inkml:context>
    <inkml:brush xml:id="br0">
      <inkml:brushProperty name="width" value="0.05" units="cm"/>
      <inkml:brushProperty name="height" value="0.05" units="cm"/>
    </inkml:brush>
  </inkml:definitions>
  <inkml:trace contextRef="#ctx0" brushRef="#br0">0 1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5.889"/>
    </inkml:context>
    <inkml:brush xml:id="br0">
      <inkml:brushProperty name="width" value="0.05" units="cm"/>
      <inkml:brushProperty name="height" value="0.05" units="cm"/>
    </inkml:brush>
  </inkml:definitions>
  <inkml:trace contextRef="#ctx0" brushRef="#br0">1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1.071"/>
    </inkml:context>
    <inkml:brush xml:id="br0">
      <inkml:brushProperty name="width" value="0.05" units="cm"/>
      <inkml:brushProperty name="height" value="0.05" units="cm"/>
    </inkml:brush>
  </inkml:definitions>
  <inkml:trace contextRef="#ctx0" brushRef="#br0">0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41.551"/>
    </inkml:context>
    <inkml:brush xml:id="br0">
      <inkml:brushProperty name="width" value="0.05" units="cm"/>
      <inkml:brushProperty name="height" value="0.05" units="cm"/>
    </inkml:brush>
  </inkml:definitions>
  <inkml:trace contextRef="#ctx0" brushRef="#br0">0 5 24575,'0'-5'0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4.953"/>
    </inkml:context>
    <inkml:brush xml:id="br0">
      <inkml:brushProperty name="width" value="0.05" units="cm"/>
      <inkml:brushProperty name="height" value="0.05" units="cm"/>
    </inkml:brush>
  </inkml:definitions>
  <inkml:trace contextRef="#ctx0" brushRef="#br0">1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5.375"/>
    </inkml:context>
    <inkml:brush xml:id="br0">
      <inkml:brushProperty name="width" value="0.05" units="cm"/>
      <inkml:brushProperty name="height" value="0.05" units="cm"/>
    </inkml:brush>
  </inkml:definitions>
  <inkml:trace contextRef="#ctx0" brushRef="#br0">1 6 24575,'0'-5'0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6.467"/>
    </inkml:context>
    <inkml:brush xml:id="br0">
      <inkml:brushProperty name="width" value="0.05" units="cm"/>
      <inkml:brushProperty name="height" value="0.05" units="cm"/>
    </inkml:brush>
  </inkml:definitions>
  <inkml:trace contextRef="#ctx0" brushRef="#br0">0 1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6.776"/>
    </inkml:context>
    <inkml:brush xml:id="br0">
      <inkml:brushProperty name="width" value="0.05" units="cm"/>
      <inkml:brushProperty name="height" value="0.05" units="cm"/>
    </inkml:brush>
  </inkml:definitions>
  <inkml:trace contextRef="#ctx0" brushRef="#br0">0 1 24575,'0'4'0,"5"7"0,1 5 0,0 6 0,-2-3-8191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7.071"/>
    </inkml:context>
    <inkml:brush xml:id="br0">
      <inkml:brushProperty name="width" value="0.05" units="cm"/>
      <inkml:brushProperty name="height" value="0.05" units="cm"/>
    </inkml:brush>
  </inkml:definitions>
  <inkml:trace contextRef="#ctx0" brushRef="#br0">0 1 24575,'0'5'0,"0"6"0,0 5 0,0 1-8191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8.172"/>
    </inkml:context>
    <inkml:brush xml:id="br0">
      <inkml:brushProperty name="width" value="0.05" units="cm"/>
      <inkml:brushProperty name="height" value="0.05" units="cm"/>
    </inkml:brush>
  </inkml:definitions>
  <inkml:trace contextRef="#ctx0" brushRef="#br0">1 1 24575,'4'0'0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8.779"/>
    </inkml:context>
    <inkml:brush xml:id="br0">
      <inkml:brushProperty name="width" value="0.05" units="cm"/>
      <inkml:brushProperty name="height" value="0.05" units="cm"/>
    </inkml:brush>
  </inkml:definitions>
  <inkml:trace contextRef="#ctx0" brushRef="#br0">0 0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9.293"/>
    </inkml:context>
    <inkml:brush xml:id="br0">
      <inkml:brushProperty name="width" value="0.05" units="cm"/>
      <inkml:brushProperty name="height" value="0.05" units="cm"/>
    </inkml:brush>
  </inkml:definitions>
  <inkml:trace contextRef="#ctx0" brushRef="#br0">0 0 24575,'5'0'0,"5"0"0,7 0 0,-1 5 0,3 1 0,-3 4 0,-4 1-8191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9.620"/>
    </inkml:context>
    <inkml:brush xml:id="br0">
      <inkml:brushProperty name="width" value="0.05" units="cm"/>
      <inkml:brushProperty name="height" value="0.05" units="cm"/>
    </inkml:brush>
  </inkml:definitions>
  <inkml:trace contextRef="#ctx0" brushRef="#br0">0 0 24575,'0'5'0,"0"5"0,0 7 0,0 4 0,0-1-8191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19:59.900"/>
    </inkml:context>
    <inkml:brush xml:id="br0">
      <inkml:brushProperty name="width" value="0.05" units="cm"/>
      <inkml:brushProperty name="height" value="0.05" units="cm"/>
    </inkml:brush>
  </inkml:definitions>
  <inkml:trace contextRef="#ctx0" brushRef="#br0">1 1 24575,'0'4'0,"0"7"0,0 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3.526"/>
    </inkml:context>
    <inkml:brush xml:id="br0">
      <inkml:brushProperty name="width" value="0.05" units="cm"/>
      <inkml:brushProperty name="height" value="0.05" units="cm"/>
    </inkml:brush>
  </inkml:definitions>
  <inkml:trace contextRef="#ctx0" brushRef="#br0">0 5 24575,'0'-5'0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3.853"/>
    </inkml:context>
    <inkml:brush xml:id="br0">
      <inkml:brushProperty name="width" value="0.05" units="cm"/>
      <inkml:brushProperty name="height" value="0.05" units="cm"/>
    </inkml:brush>
  </inkml:definitions>
  <inkml:trace contextRef="#ctx0" brushRef="#br0">0 0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4.163"/>
    </inkml:context>
    <inkml:brush xml:id="br0">
      <inkml:brushProperty name="width" value="0.05" units="cm"/>
      <inkml:brushProperty name="height" value="0.05" units="cm"/>
    </inkml:brush>
  </inkml:definitions>
  <inkml:trace contextRef="#ctx0" brushRef="#br0">0 0 24575,'5'0'0,"6"0"0,0 5 0,0 5 0,-3 2-8191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4.473"/>
    </inkml:context>
    <inkml:brush xml:id="br0">
      <inkml:brushProperty name="width" value="0.05" units="cm"/>
      <inkml:brushProperty name="height" value="0.05" units="cm"/>
    </inkml:brush>
  </inkml:definitions>
  <inkml:trace contextRef="#ctx0" brushRef="#br0">1 1 24575,'4'0'0,"2"4"0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5.110"/>
    </inkml:context>
    <inkml:brush xml:id="br0">
      <inkml:brushProperty name="width" value="0.05" units="cm"/>
      <inkml:brushProperty name="height" value="0.05" units="cm"/>
    </inkml:brush>
  </inkml:definitions>
  <inkml:trace contextRef="#ctx0" brushRef="#br0">1 0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5.464"/>
    </inkml:context>
    <inkml:brush xml:id="br0">
      <inkml:brushProperty name="width" value="0.05" units="cm"/>
      <inkml:brushProperty name="height" value="0.05" units="cm"/>
    </inkml:brush>
  </inkml:definitions>
  <inkml:trace contextRef="#ctx0" brushRef="#br0">1 1 24575,'0'4'0,"0"7"0,0 1-8191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5.728"/>
    </inkml:context>
    <inkml:brush xml:id="br0">
      <inkml:brushProperty name="width" value="0.05" units="cm"/>
      <inkml:brushProperty name="height" value="0.05" units="cm"/>
    </inkml:brush>
  </inkml:definitions>
  <inkml:trace contextRef="#ctx0" brushRef="#br0">1 1 24575,'0'4'0,"0"7"0,5 1 0,1 3 0,-1-1-8191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5.976"/>
    </inkml:context>
    <inkml:brush xml:id="br0">
      <inkml:brushProperty name="width" value="0.05" units="cm"/>
      <inkml:brushProperty name="height" value="0.05" units="cm"/>
    </inkml:brush>
  </inkml:definitions>
  <inkml:trace contextRef="#ctx0" brushRef="#br0">1 0 24575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6.365"/>
    </inkml:context>
    <inkml:brush xml:id="br0">
      <inkml:brushProperty name="width" value="0.05" units="cm"/>
      <inkml:brushProperty name="height" value="0.05" units="cm"/>
    </inkml:brush>
  </inkml:definitions>
  <inkml:trace contextRef="#ctx0" brushRef="#br0">17 101 24575,'0'-5'0,"0"-6"0,0-5 0,-5-6 0,-1-2 0,1 2-8191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6.996"/>
    </inkml:context>
    <inkml:brush xml:id="br0">
      <inkml:brushProperty name="width" value="0.05" units="cm"/>
      <inkml:brushProperty name="height" value="0.05" units="cm"/>
    </inkml:brush>
  </inkml:definitions>
  <inkml:trace contextRef="#ctx0" brushRef="#br0">0 1 24575,'1'6'0,"1"1"0,0 0 0,0 0 0,1-1 0,-1 1 0,2-1 0,6 11 0,-3-4 0,18 30 0,-18-32 0,0 0 0,-1 1 0,0 0 0,-1 0 0,0 0 0,0 1 0,-2 0 0,3 15 0,20 99 0,-26-127 0,-1-12 0,-7-41 0,1 36-1,0 1 0,-12-19 1,5 9-1363,3 5-5463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09.975"/>
    </inkml:context>
    <inkml:brush xml:id="br0">
      <inkml:brushProperty name="width" value="0.05" units="cm"/>
      <inkml:brushProperty name="height" value="0.05" units="cm"/>
    </inkml:brush>
  </inkml:definitions>
  <inkml:trace contextRef="#ctx0" brushRef="#br0">0 115 24575,'4'6'0,"0"0"0,0 0 0,-1 0 0,0 1 0,0 0 0,-1-1 0,0 1 0,2 9 0,4 11 0,-6-19 0,8 16 0,-10-24 0,0 0 0,0 0 0,0 0 0,0 0 0,0 0 0,0 0 0,0 0 0,1 0 0,-1 0 0,0 1 0,0-1 0,0 0 0,0 0 0,0 0 0,0 0 0,0 0 0,0 0 0,0 0 0,0 0 0,0 0 0,0 0 0,0 0 0,0 0 0,1 0 0,-1 0 0,0 0 0,0 0 0,0 0 0,0 0 0,0 0 0,0 0 0,0 0 0,0 0 0,0 0 0,0 0 0,1 0 0,-1 0 0,0 0 0,0 0 0,0 0 0,0 0 0,0 0 0,0 0 0,0 0 0,0 0 0,0 0 0,0 0 0,0 0 0,1 0 0,-1 0 0,0 0 0,0 0 0,0 0 0,0 0 0,0-1 0,0 1 0,0 0 0,0 0 0,0 0 0,0 0 0,0 0 0,0 0 0,0 0 0,2-16 0,-3 1 0,0 1 0,-1 0 0,0 0 0,-7-17 0,6 21 0,0 0 0,1 1 0,0-1 0,0 0 0,1-1 0,1 1 0,-1 0 0,2 0 0,-1 0 0,4-14 0,-4 24 0,0-1 0,0 1 0,0-1 0,0 1 0,0-1 0,0 1 0,0-1 0,1 0 0,-1 1 0,0-1 0,0 1 0,1 0 0,-1-1 0,0 1 0,1-1 0,-1 1 0,0-1 0,1 1 0,-1 0 0,1-1 0,-1 1 0,0 0 0,1-1 0,-1 1 0,1 0 0,-1 0 0,1-1 0,-1 1 0,1 0 0,-1 0 0,1 0 0,0 0 0,0 0 0,1 0 0,-1 1 0,0-1 0,0 1 0,1 0 0,-1 0 0,0-1 0,0 1 0,0 0 0,0 0 0,0 0 0,0 0 0,2 2 0,21 37 0,-12-11 0,-3 1 0,0 0 0,-2 1 0,-1 0 0,-1 0 0,-2 0 0,-1 62 0,-2-89-117,0-3 68,0 0-1,0 0 0,1-1 0,-1 1 0,0 0 0,0 0 0,0 0 0,-1 0 0,1-1 0,0 1 0,0 0 0,0 0 0,0 0 0,-1-1 0,1 1 0,0 0 0,-1 0 1,1-1-1,-1 1 0,1 0 0,-1-1 0,1 1 0,-1-1 0,0 2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14.722"/>
    </inkml:context>
    <inkml:brush xml:id="br0">
      <inkml:brushProperty name="width" value="0.05" units="cm"/>
      <inkml:brushProperty name="height" value="0.05" units="cm"/>
    </inkml:brush>
  </inkml:definitions>
  <inkml:trace contextRef="#ctx0" brushRef="#br0">58 1 24575,'61'51'0,"-37"-32"0,26 27 0,-28-21 0,-1 2 0,17 29 0,-18-27 0,1 12 0,-19-34 0,1-1 0,0 1 0,0-1 0,1 0 0,0 0 0,0 0 0,10 10 0,-14-15 0,0-1 0,0 0 0,0 0 0,1 1 0,-1-1 0,0 0 0,0 0 0,0 1 0,1-1 0,-1 0 0,0 0 0,0 0 0,1 1 0,-1-1 0,0 0 0,1 0 0,-1 0 0,0 0 0,0 0 0,1 0 0,-1 0 0,0 0 0,1 0 0,-1 0 0,0 0 0,1 0 0,-1 0 0,0 0 0,1 0 0,-1 0 0,0 0 0,0 0 0,1 0 0,-1 0 0,0 0 0,1 0 0,-1 0 0,0-1 0,0 1 0,1 0 0,0-16 0,-11-18 0,-10-16 0,-39-69 0,46 99 0,-28-43 0,41 62 0,0 1 0,-1-1 0,1 0 0,-1 1 0,1-1 0,-1 1 0,1-1 0,-1 1 0,0-1 0,1 1 0,-1-1 0,0 1 0,1-1 0,-1 1 0,0 0 0,1 0 0,-1-1 0,0 1 0,0 0 0,1 0 0,-1 0 0,-1-1 0,1 2 0,1-1 0,-1 0 0,0 1 0,1-1 0,-1 1 0,1-1 0,0 1 0,-1-1 0,1 1 0,-1-1 0,1 1 0,0-1 0,-1 1 0,1-1 0,0 1 0,-1-1 0,1 1 0,0 0 0,0-1 0,0 2 0,-1 2 0,0 0 0,0 1 0,1-1 0,0 0 0,0 0 0,1 9 0,9 25 0,1-1 0,2 0 0,2-1 0,1 0 0,26 41 0,-22-55 0,-14-17 0,-13-17 0,1 5 0,-57-76 0,-102-104 0,151 174 0,20 17 0,24 24 0,180 230 0,-189-233 0,-19-25 0,-14-14 0,-41-43 0,-3 3 0,-111-85 0,129 119-1365,21 14-5461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21.472"/>
    </inkml:context>
    <inkml:brush xml:id="br0">
      <inkml:brushProperty name="width" value="0.05" units="cm"/>
      <inkml:brushProperty name="height" value="0.05" units="cm"/>
    </inkml:brush>
  </inkml:definitions>
  <inkml:trace contextRef="#ctx0" brushRef="#br0">1 0 24575,'4'0'0,"7"0"0,5 0 0,1 10 0,-3 2-8191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2T19:20:40.899"/>
    </inkml:context>
    <inkml:brush xml:id="br0">
      <inkml:brushProperty name="width" value="0.05" units="cm"/>
      <inkml:brushProperty name="height" value="0.05" units="cm"/>
      <inkml:brushProperty name="color" value="#333333"/>
    </inkml:brush>
  </inkml:definitions>
  <inkml:trace contextRef="#ctx0" brushRef="#br0">57 1 24575,'0'3'0,"1"1"0,0-1 0,0 1 0,0-1 0,1 1 0,-1-1 0,2 4 0,8 19 0,12 117 0,-19-122 0,0 0 0,-2 0 0,0 0 0,-1 0 0,-1 0 0,-3 22 0,3-43 0,0 0 0,0 0 0,0 1 0,0-1 0,0 0 0,0 0 0,0 0 0,0 1 0,0-1 0,0 0 0,0 0 0,0 0 0,0 0 0,0 1 0,0-1 0,0 0 0,0 0 0,0 0 0,0 1 0,-1-1 0,1 0 0,0 0 0,0 0 0,0 0 0,0 0 0,0 1 0,0-1 0,0 0 0,-1 0 0,1 0 0,0 0 0,0 0 0,0 0 0,0 0 0,-1 0 0,1 1 0,0-1 0,0 0 0,0 0 0,0 0 0,-1 0 0,1 0 0,0 0 0,0 0 0,0 0 0,-1 0 0,1 0 0,0 0 0,0 0 0,0 0 0,0 0 0,-1 0 0,1 0 0,0-1 0,0 1 0,0 0 0,0 0 0,-1 0 0,1 0 0,0 0 0,-11-15 0,-6-24 0,7 14 0,-2-4 0,-12-50 0,24 79 0,-1-6 0,0 1 0,-1-1 0,1 0 0,-1 1 0,0 0 0,-1-1 0,-4-7 0,3 13 0,1 8 0,2 9 0,5 18 0,2 0 0,2-1 0,18 53 0,-24-83 0,-1 2 0,1 0 0,0-1 0,0 1 0,1-1 0,0 1 0,0-1 0,6 8 0,-9-13 0,0 0 0,0 0 0,0 1 0,0-1 0,0 0 0,0 0 0,0 0 0,0 0 0,1 0 0,-1 0 0,0 0 0,0 0 0,0 0 0,0 0 0,0 0 0,0 1 0,1-1 0,-1 0 0,0 0 0,0 0 0,0 0 0,0 0 0,0 0 0,0 0 0,1 0 0,-1 0 0,0 0 0,0 0 0,0 0 0,0 0 0,0 0 0,1-1 0,-1 1 0,0 0 0,0 0 0,0 0 0,0 0 0,0 0 0,0 0 0,1 0 0,-1 0 0,0 0 0,0 0 0,0-1 0,0 1 0,0 0 0,3-9 0,-1-11 0,-5-3 0,0-1 0,-2 1 0,-14-43 0,-4-18 0,10 48 0,13 36 0,0 0 0,0-1 0,0 1 0,0 0 0,0-1 0,-1 1 0,1 0 0,0-1 0,0 1 0,-1 0 0,1-1 0,0 1 0,0 0 0,-1-1 0,1 1 0,0 0 0,-1 0 0,1 0 0,0-1 0,-1 1 0,1 0 0,0 0 0,-1 0 0,1 0 0,0 0 0,-1-1 0,1 1 0,-1 0 0,0 1 0,1 0 0,-1 0 0,0 0 0,1 0 0,-1 0 0,1 0 0,-1 0 0,1 0 0,0 0 0,-1 0 0,1 0 0,0 0 0,0 0 0,0 0 0,0 0 0,0 2 0,-3 29-134,3 44 0,0-52-963,0 1-5729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02T19:22:44.947"/>
    </inkml:context>
    <inkml:brush xml:id="br0">
      <inkml:brushProperty name="width" value="0.05" units="cm"/>
      <inkml:brushProperty name="height" value="0.3" units="cm"/>
      <inkml:brushProperty name="color" value="#E71224"/>
      <inkml:brushProperty name="ignorePressure" value="1"/>
      <inkml:brushProperty name="inkEffects" value="pencil"/>
    </inkml:brush>
  </inkml:definitions>
  <inkml:trace contextRef="#ctx0" brushRef="#br0">28 59,'0'-4,"-5"-7,-6-10,-1-1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BB4991-B541-4C61-88D6-5CB1422CC99D}" type="datetimeFigureOut">
              <a:rPr lang="en-US" smtClean="0"/>
              <a:t>1/7/2026</a:t>
            </a:fld>
            <a:endParaRPr lang="en-US"/>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EBA3B4-E8C1-410D-AF4D-59F9E9E3B379}" type="slidenum">
              <a:rPr lang="en-US" smtClean="0"/>
              <a:t>‹#›</a:t>
            </a:fld>
            <a:endParaRPr lang="en-US"/>
          </a:p>
        </p:txBody>
      </p:sp>
    </p:spTree>
    <p:extLst>
      <p:ext uri="{BB962C8B-B14F-4D97-AF65-F5344CB8AC3E}">
        <p14:creationId xmlns:p14="http://schemas.microsoft.com/office/powerpoint/2010/main" val="2937347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l-GR"/>
          </a:p>
        </p:txBody>
      </p:sp>
      <p:sp>
        <p:nvSpPr>
          <p:cNvPr id="3" name="Notes Placeholder 2"/>
          <p:cNvSpPr>
            <a:spLocks noGrp="1"/>
          </p:cNvSpPr>
          <p:nvPr>
            <p:ph type="body" idx="1"/>
          </p:nvPr>
        </p:nvSpPr>
        <p:spPr/>
        <p:txBody>
          <a:bodyPr/>
          <a:lstStyle/>
          <a:p>
            <a:r>
              <a:rPr lang="el-GR" b="1" dirty="0"/>
              <a:t>Εξώφυλλο</a:t>
            </a:r>
          </a:p>
        </p:txBody>
      </p:sp>
      <p:sp>
        <p:nvSpPr>
          <p:cNvPr id="4" name="Slide Number Placeholder 3"/>
          <p:cNvSpPr>
            <a:spLocks noGrp="1"/>
          </p:cNvSpPr>
          <p:nvPr>
            <p:ph type="sldNum" sz="quarter" idx="5"/>
          </p:nvPr>
        </p:nvSpPr>
        <p:spPr/>
        <p:txBody>
          <a:bodyPr/>
          <a:lstStyle/>
          <a:p>
            <a:fld id="{90EBA3B4-E8C1-410D-AF4D-59F9E9E3B379}" type="slidenum">
              <a:rPr lang="en-US" smtClean="0"/>
              <a:t>1</a:t>
            </a:fld>
            <a:endParaRPr lang="en-US"/>
          </a:p>
        </p:txBody>
      </p:sp>
    </p:spTree>
    <p:extLst>
      <p:ext uri="{BB962C8B-B14F-4D97-AF65-F5344CB8AC3E}">
        <p14:creationId xmlns:p14="http://schemas.microsoft.com/office/powerpoint/2010/main" val="684773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l-GR"/>
          </a:p>
        </p:txBody>
      </p:sp>
      <p:sp>
        <p:nvSpPr>
          <p:cNvPr id="3" name="Notes Placeholder 2"/>
          <p:cNvSpPr>
            <a:spLocks noGrp="1"/>
          </p:cNvSpPr>
          <p:nvPr>
            <p:ph type="body" idx="1"/>
          </p:nvPr>
        </p:nvSpPr>
        <p:spPr/>
        <p:txBody>
          <a:bodyPr/>
          <a:lstStyle/>
          <a:p>
            <a:r>
              <a:rPr lang="el-GR" b="1" dirty="0"/>
              <a:t>1</a:t>
            </a:r>
          </a:p>
        </p:txBody>
      </p:sp>
      <p:sp>
        <p:nvSpPr>
          <p:cNvPr id="4" name="Slide Number Placeholder 3"/>
          <p:cNvSpPr>
            <a:spLocks noGrp="1"/>
          </p:cNvSpPr>
          <p:nvPr>
            <p:ph type="sldNum" sz="quarter" idx="5"/>
          </p:nvPr>
        </p:nvSpPr>
        <p:spPr/>
        <p:txBody>
          <a:bodyPr/>
          <a:lstStyle/>
          <a:p>
            <a:fld id="{90EBA3B4-E8C1-410D-AF4D-59F9E9E3B379}" type="slidenum">
              <a:rPr lang="en-US" smtClean="0"/>
              <a:t>2</a:t>
            </a:fld>
            <a:endParaRPr lang="en-US"/>
          </a:p>
        </p:txBody>
      </p:sp>
    </p:spTree>
    <p:extLst>
      <p:ext uri="{BB962C8B-B14F-4D97-AF65-F5344CB8AC3E}">
        <p14:creationId xmlns:p14="http://schemas.microsoft.com/office/powerpoint/2010/main" val="1063680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l-G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b="1" dirty="0"/>
              <a:t>2</a:t>
            </a:r>
          </a:p>
          <a:p>
            <a:endParaRPr lang="el-GR" dirty="0"/>
          </a:p>
        </p:txBody>
      </p:sp>
      <p:sp>
        <p:nvSpPr>
          <p:cNvPr id="4" name="Slide Number Placeholder 3"/>
          <p:cNvSpPr>
            <a:spLocks noGrp="1"/>
          </p:cNvSpPr>
          <p:nvPr>
            <p:ph type="sldNum" sz="quarter" idx="5"/>
          </p:nvPr>
        </p:nvSpPr>
        <p:spPr/>
        <p:txBody>
          <a:bodyPr/>
          <a:lstStyle/>
          <a:p>
            <a:fld id="{90EBA3B4-E8C1-410D-AF4D-59F9E9E3B379}" type="slidenum">
              <a:rPr lang="en-US" smtClean="0"/>
              <a:t>3</a:t>
            </a:fld>
            <a:endParaRPr lang="en-US"/>
          </a:p>
        </p:txBody>
      </p:sp>
    </p:spTree>
    <p:extLst>
      <p:ext uri="{BB962C8B-B14F-4D97-AF65-F5344CB8AC3E}">
        <p14:creationId xmlns:p14="http://schemas.microsoft.com/office/powerpoint/2010/main" val="2131982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l-G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b="1" dirty="0"/>
              <a:t>3</a:t>
            </a:r>
          </a:p>
        </p:txBody>
      </p:sp>
      <p:sp>
        <p:nvSpPr>
          <p:cNvPr id="4" name="Slide Number Placeholder 3"/>
          <p:cNvSpPr>
            <a:spLocks noGrp="1"/>
          </p:cNvSpPr>
          <p:nvPr>
            <p:ph type="sldNum" sz="quarter" idx="5"/>
          </p:nvPr>
        </p:nvSpPr>
        <p:spPr/>
        <p:txBody>
          <a:bodyPr/>
          <a:lstStyle/>
          <a:p>
            <a:fld id="{90EBA3B4-E8C1-410D-AF4D-59F9E9E3B379}" type="slidenum">
              <a:rPr lang="en-US" smtClean="0"/>
              <a:t>4</a:t>
            </a:fld>
            <a:endParaRPr lang="en-US"/>
          </a:p>
        </p:txBody>
      </p:sp>
    </p:spTree>
    <p:extLst>
      <p:ext uri="{BB962C8B-B14F-4D97-AF65-F5344CB8AC3E}">
        <p14:creationId xmlns:p14="http://schemas.microsoft.com/office/powerpoint/2010/main" val="2096232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l-GR"/>
          </a:p>
        </p:txBody>
      </p:sp>
      <p:sp>
        <p:nvSpPr>
          <p:cNvPr id="3" name="Notes Placeholder 2"/>
          <p:cNvSpPr>
            <a:spLocks noGrp="1"/>
          </p:cNvSpPr>
          <p:nvPr>
            <p:ph type="body" idx="1"/>
          </p:nvPr>
        </p:nvSpPr>
        <p:spPr/>
        <p:txBody>
          <a:bodyPr/>
          <a:lstStyle/>
          <a:p>
            <a:r>
              <a:rPr lang="el-GR" b="1" dirty="0"/>
              <a:t>4.1</a:t>
            </a:r>
          </a:p>
        </p:txBody>
      </p:sp>
      <p:sp>
        <p:nvSpPr>
          <p:cNvPr id="4" name="Slide Number Placeholder 3"/>
          <p:cNvSpPr>
            <a:spLocks noGrp="1"/>
          </p:cNvSpPr>
          <p:nvPr>
            <p:ph type="sldNum" sz="quarter" idx="5"/>
          </p:nvPr>
        </p:nvSpPr>
        <p:spPr/>
        <p:txBody>
          <a:bodyPr/>
          <a:lstStyle/>
          <a:p>
            <a:fld id="{90EBA3B4-E8C1-410D-AF4D-59F9E9E3B379}" type="slidenum">
              <a:rPr lang="en-US" smtClean="0"/>
              <a:t>5</a:t>
            </a:fld>
            <a:endParaRPr lang="en-US"/>
          </a:p>
        </p:txBody>
      </p:sp>
    </p:spTree>
    <p:extLst>
      <p:ext uri="{BB962C8B-B14F-4D97-AF65-F5344CB8AC3E}">
        <p14:creationId xmlns:p14="http://schemas.microsoft.com/office/powerpoint/2010/main" val="3767479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4.2</a:t>
            </a:r>
          </a:p>
        </p:txBody>
      </p:sp>
      <p:sp>
        <p:nvSpPr>
          <p:cNvPr id="4" name="Slide Number Placeholder 3"/>
          <p:cNvSpPr>
            <a:spLocks noGrp="1"/>
          </p:cNvSpPr>
          <p:nvPr>
            <p:ph type="sldNum" sz="quarter" idx="5"/>
          </p:nvPr>
        </p:nvSpPr>
        <p:spPr/>
        <p:txBody>
          <a:bodyPr/>
          <a:lstStyle/>
          <a:p>
            <a:fld id="{90EBA3B4-E8C1-410D-AF4D-59F9E9E3B379}" type="slidenum">
              <a:rPr lang="en-US" smtClean="0"/>
              <a:t>6</a:t>
            </a:fld>
            <a:endParaRPr lang="en-US"/>
          </a:p>
        </p:txBody>
      </p:sp>
    </p:spTree>
    <p:extLst>
      <p:ext uri="{BB962C8B-B14F-4D97-AF65-F5344CB8AC3E}">
        <p14:creationId xmlns:p14="http://schemas.microsoft.com/office/powerpoint/2010/main" val="3308215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5</a:t>
            </a:r>
          </a:p>
        </p:txBody>
      </p:sp>
      <p:sp>
        <p:nvSpPr>
          <p:cNvPr id="4" name="Slide Number Placeholder 3"/>
          <p:cNvSpPr>
            <a:spLocks noGrp="1"/>
          </p:cNvSpPr>
          <p:nvPr>
            <p:ph type="sldNum" sz="quarter" idx="5"/>
          </p:nvPr>
        </p:nvSpPr>
        <p:spPr/>
        <p:txBody>
          <a:bodyPr/>
          <a:lstStyle/>
          <a:p>
            <a:fld id="{90EBA3B4-E8C1-410D-AF4D-59F9E9E3B379}" type="slidenum">
              <a:rPr lang="en-US" smtClean="0"/>
              <a:t>7</a:t>
            </a:fld>
            <a:endParaRPr lang="en-US"/>
          </a:p>
        </p:txBody>
      </p:sp>
    </p:spTree>
    <p:extLst>
      <p:ext uri="{BB962C8B-B14F-4D97-AF65-F5344CB8AC3E}">
        <p14:creationId xmlns:p14="http://schemas.microsoft.com/office/powerpoint/2010/main" val="2750313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6</a:t>
            </a:r>
          </a:p>
        </p:txBody>
      </p:sp>
      <p:sp>
        <p:nvSpPr>
          <p:cNvPr id="4" name="Slide Number Placeholder 3"/>
          <p:cNvSpPr>
            <a:spLocks noGrp="1"/>
          </p:cNvSpPr>
          <p:nvPr>
            <p:ph type="sldNum" sz="quarter" idx="5"/>
          </p:nvPr>
        </p:nvSpPr>
        <p:spPr/>
        <p:txBody>
          <a:bodyPr/>
          <a:lstStyle/>
          <a:p>
            <a:fld id="{90EBA3B4-E8C1-410D-AF4D-59F9E9E3B379}" type="slidenum">
              <a:rPr lang="en-US" smtClean="0"/>
              <a:t>8</a:t>
            </a:fld>
            <a:endParaRPr lang="en-US"/>
          </a:p>
        </p:txBody>
      </p:sp>
    </p:spTree>
    <p:extLst>
      <p:ext uri="{BB962C8B-B14F-4D97-AF65-F5344CB8AC3E}">
        <p14:creationId xmlns:p14="http://schemas.microsoft.com/office/powerpoint/2010/main" val="3507981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7</a:t>
            </a:r>
          </a:p>
        </p:txBody>
      </p:sp>
      <p:sp>
        <p:nvSpPr>
          <p:cNvPr id="4" name="Slide Number Placeholder 3"/>
          <p:cNvSpPr>
            <a:spLocks noGrp="1"/>
          </p:cNvSpPr>
          <p:nvPr>
            <p:ph type="sldNum" sz="quarter" idx="5"/>
          </p:nvPr>
        </p:nvSpPr>
        <p:spPr/>
        <p:txBody>
          <a:bodyPr/>
          <a:lstStyle/>
          <a:p>
            <a:fld id="{90EBA3B4-E8C1-410D-AF4D-59F9E9E3B379}" type="slidenum">
              <a:rPr lang="en-US" smtClean="0"/>
              <a:t>9</a:t>
            </a:fld>
            <a:endParaRPr lang="en-US"/>
          </a:p>
        </p:txBody>
      </p:sp>
    </p:spTree>
    <p:extLst>
      <p:ext uri="{BB962C8B-B14F-4D97-AF65-F5344CB8AC3E}">
        <p14:creationId xmlns:p14="http://schemas.microsoft.com/office/powerpoint/2010/main" val="2329076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8</a:t>
            </a:r>
          </a:p>
        </p:txBody>
      </p:sp>
      <p:sp>
        <p:nvSpPr>
          <p:cNvPr id="4" name="Slide Number Placeholder 3"/>
          <p:cNvSpPr>
            <a:spLocks noGrp="1"/>
          </p:cNvSpPr>
          <p:nvPr>
            <p:ph type="sldNum" sz="quarter" idx="5"/>
          </p:nvPr>
        </p:nvSpPr>
        <p:spPr/>
        <p:txBody>
          <a:bodyPr/>
          <a:lstStyle/>
          <a:p>
            <a:fld id="{90EBA3B4-E8C1-410D-AF4D-59F9E9E3B379}" type="slidenum">
              <a:rPr lang="en-US" smtClean="0"/>
              <a:t>10</a:t>
            </a:fld>
            <a:endParaRPr lang="en-US"/>
          </a:p>
        </p:txBody>
      </p:sp>
    </p:spTree>
    <p:extLst>
      <p:ext uri="{BB962C8B-B14F-4D97-AF65-F5344CB8AC3E}">
        <p14:creationId xmlns:p14="http://schemas.microsoft.com/office/powerpoint/2010/main" val="1212319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9</a:t>
            </a:r>
          </a:p>
        </p:txBody>
      </p:sp>
      <p:sp>
        <p:nvSpPr>
          <p:cNvPr id="4" name="Slide Number Placeholder 3"/>
          <p:cNvSpPr>
            <a:spLocks noGrp="1"/>
          </p:cNvSpPr>
          <p:nvPr>
            <p:ph type="sldNum" sz="quarter" idx="5"/>
          </p:nvPr>
        </p:nvSpPr>
        <p:spPr/>
        <p:txBody>
          <a:bodyPr/>
          <a:lstStyle/>
          <a:p>
            <a:fld id="{90EBA3B4-E8C1-410D-AF4D-59F9E9E3B379}" type="slidenum">
              <a:rPr lang="en-US" smtClean="0"/>
              <a:t>11</a:t>
            </a:fld>
            <a:endParaRPr lang="en-US"/>
          </a:p>
        </p:txBody>
      </p:sp>
    </p:spTree>
    <p:extLst>
      <p:ext uri="{BB962C8B-B14F-4D97-AF65-F5344CB8AC3E}">
        <p14:creationId xmlns:p14="http://schemas.microsoft.com/office/powerpoint/2010/main" val="1756641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10</a:t>
            </a:r>
          </a:p>
        </p:txBody>
      </p:sp>
      <p:sp>
        <p:nvSpPr>
          <p:cNvPr id="4" name="Slide Number Placeholder 3"/>
          <p:cNvSpPr>
            <a:spLocks noGrp="1"/>
          </p:cNvSpPr>
          <p:nvPr>
            <p:ph type="sldNum" sz="quarter" idx="5"/>
          </p:nvPr>
        </p:nvSpPr>
        <p:spPr/>
        <p:txBody>
          <a:bodyPr/>
          <a:lstStyle/>
          <a:p>
            <a:fld id="{90EBA3B4-E8C1-410D-AF4D-59F9E9E3B379}" type="slidenum">
              <a:rPr lang="en-US" smtClean="0"/>
              <a:t>12</a:t>
            </a:fld>
            <a:endParaRPr lang="en-US"/>
          </a:p>
        </p:txBody>
      </p:sp>
    </p:spTree>
    <p:extLst>
      <p:ext uri="{BB962C8B-B14F-4D97-AF65-F5344CB8AC3E}">
        <p14:creationId xmlns:p14="http://schemas.microsoft.com/office/powerpoint/2010/main" val="1410037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11</a:t>
            </a:r>
          </a:p>
        </p:txBody>
      </p:sp>
      <p:sp>
        <p:nvSpPr>
          <p:cNvPr id="4" name="Slide Number Placeholder 3"/>
          <p:cNvSpPr>
            <a:spLocks noGrp="1"/>
          </p:cNvSpPr>
          <p:nvPr>
            <p:ph type="sldNum" sz="quarter" idx="5"/>
          </p:nvPr>
        </p:nvSpPr>
        <p:spPr/>
        <p:txBody>
          <a:bodyPr/>
          <a:lstStyle/>
          <a:p>
            <a:fld id="{90EBA3B4-E8C1-410D-AF4D-59F9E9E3B379}" type="slidenum">
              <a:rPr lang="en-US" smtClean="0"/>
              <a:t>13</a:t>
            </a:fld>
            <a:endParaRPr lang="en-US"/>
          </a:p>
        </p:txBody>
      </p:sp>
    </p:spTree>
    <p:extLst>
      <p:ext uri="{BB962C8B-B14F-4D97-AF65-F5344CB8AC3E}">
        <p14:creationId xmlns:p14="http://schemas.microsoft.com/office/powerpoint/2010/main" val="380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685800" y="1143000"/>
            <a:ext cx="5486400" cy="3086100"/>
          </a:xfrm>
        </p:spPr>
        <p:txBody>
          <a:bodyPr/>
          <a:lstStyle/>
          <a:p>
            <a:endParaRPr lang="el-GR"/>
          </a:p>
        </p:txBody>
      </p:sp>
      <p:sp>
        <p:nvSpPr>
          <p:cNvPr id="3" name="Θέση σημειώσεων 2"/>
          <p:cNvSpPr>
            <a:spLocks noGrp="1"/>
          </p:cNvSpPr>
          <p:nvPr>
            <p:ph type="body" idx="1"/>
          </p:nvPr>
        </p:nvSpPr>
        <p:spPr/>
        <p:txBody>
          <a:bodyPr/>
          <a:lstStyle/>
          <a:p>
            <a:r>
              <a:rPr lang="el-GR" b="1" dirty="0"/>
              <a:t>12</a:t>
            </a:r>
            <a:endParaRPr lang="en-US" b="1" dirty="0"/>
          </a:p>
        </p:txBody>
      </p:sp>
      <p:sp>
        <p:nvSpPr>
          <p:cNvPr id="4" name="Θέση αριθμού διαφάνειας 3"/>
          <p:cNvSpPr>
            <a:spLocks noGrp="1"/>
          </p:cNvSpPr>
          <p:nvPr>
            <p:ph type="sldNum" sz="quarter" idx="5"/>
          </p:nvPr>
        </p:nvSpPr>
        <p:spPr/>
        <p:txBody>
          <a:bodyPr/>
          <a:lstStyle/>
          <a:p>
            <a:fld id="{90EBA3B4-E8C1-410D-AF4D-59F9E9E3B379}" type="slidenum">
              <a:rPr lang="en-US" smtClean="0"/>
              <a:t>14</a:t>
            </a:fld>
            <a:endParaRPr lang="en-US"/>
          </a:p>
        </p:txBody>
      </p:sp>
    </p:spTree>
    <p:extLst>
      <p:ext uri="{BB962C8B-B14F-4D97-AF65-F5344CB8AC3E}">
        <p14:creationId xmlns:p14="http://schemas.microsoft.com/office/powerpoint/2010/main" val="246603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13</a:t>
            </a:r>
          </a:p>
        </p:txBody>
      </p:sp>
      <p:sp>
        <p:nvSpPr>
          <p:cNvPr id="4" name="Slide Number Placeholder 3"/>
          <p:cNvSpPr>
            <a:spLocks noGrp="1"/>
          </p:cNvSpPr>
          <p:nvPr>
            <p:ph type="sldNum" sz="quarter" idx="5"/>
          </p:nvPr>
        </p:nvSpPr>
        <p:spPr/>
        <p:txBody>
          <a:bodyPr/>
          <a:lstStyle/>
          <a:p>
            <a:fld id="{90EBA3B4-E8C1-410D-AF4D-59F9E9E3B379}" type="slidenum">
              <a:rPr lang="en-US" smtClean="0"/>
              <a:t>15</a:t>
            </a:fld>
            <a:endParaRPr lang="en-US"/>
          </a:p>
        </p:txBody>
      </p:sp>
    </p:spTree>
    <p:extLst>
      <p:ext uri="{BB962C8B-B14F-4D97-AF65-F5344CB8AC3E}">
        <p14:creationId xmlns:p14="http://schemas.microsoft.com/office/powerpoint/2010/main" val="3302283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14</a:t>
            </a:r>
          </a:p>
        </p:txBody>
      </p:sp>
      <p:sp>
        <p:nvSpPr>
          <p:cNvPr id="4" name="Slide Number Placeholder 3"/>
          <p:cNvSpPr>
            <a:spLocks noGrp="1"/>
          </p:cNvSpPr>
          <p:nvPr>
            <p:ph type="sldNum" sz="quarter" idx="5"/>
          </p:nvPr>
        </p:nvSpPr>
        <p:spPr/>
        <p:txBody>
          <a:bodyPr/>
          <a:lstStyle/>
          <a:p>
            <a:fld id="{90EBA3B4-E8C1-410D-AF4D-59F9E9E3B379}" type="slidenum">
              <a:rPr lang="en-US" smtClean="0"/>
              <a:t>16</a:t>
            </a:fld>
            <a:endParaRPr lang="en-US"/>
          </a:p>
        </p:txBody>
      </p:sp>
    </p:spTree>
    <p:extLst>
      <p:ext uri="{BB962C8B-B14F-4D97-AF65-F5344CB8AC3E}">
        <p14:creationId xmlns:p14="http://schemas.microsoft.com/office/powerpoint/2010/main" val="3583526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15</a:t>
            </a:r>
          </a:p>
        </p:txBody>
      </p:sp>
      <p:sp>
        <p:nvSpPr>
          <p:cNvPr id="4" name="Slide Number Placeholder 3"/>
          <p:cNvSpPr>
            <a:spLocks noGrp="1"/>
          </p:cNvSpPr>
          <p:nvPr>
            <p:ph type="sldNum" sz="quarter" idx="5"/>
          </p:nvPr>
        </p:nvSpPr>
        <p:spPr/>
        <p:txBody>
          <a:bodyPr/>
          <a:lstStyle/>
          <a:p>
            <a:fld id="{90EBA3B4-E8C1-410D-AF4D-59F9E9E3B379}" type="slidenum">
              <a:rPr lang="en-US" smtClean="0"/>
              <a:t>17</a:t>
            </a:fld>
            <a:endParaRPr lang="en-US"/>
          </a:p>
        </p:txBody>
      </p:sp>
    </p:spTree>
    <p:extLst>
      <p:ext uri="{BB962C8B-B14F-4D97-AF65-F5344CB8AC3E}">
        <p14:creationId xmlns:p14="http://schemas.microsoft.com/office/powerpoint/2010/main" val="907415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16</a:t>
            </a:r>
          </a:p>
        </p:txBody>
      </p:sp>
      <p:sp>
        <p:nvSpPr>
          <p:cNvPr id="4" name="Slide Number Placeholder 3"/>
          <p:cNvSpPr>
            <a:spLocks noGrp="1"/>
          </p:cNvSpPr>
          <p:nvPr>
            <p:ph type="sldNum" sz="quarter" idx="5"/>
          </p:nvPr>
        </p:nvSpPr>
        <p:spPr/>
        <p:txBody>
          <a:bodyPr/>
          <a:lstStyle/>
          <a:p>
            <a:fld id="{90EBA3B4-E8C1-410D-AF4D-59F9E9E3B379}" type="slidenum">
              <a:rPr lang="en-US" smtClean="0"/>
              <a:t>18</a:t>
            </a:fld>
            <a:endParaRPr lang="en-US"/>
          </a:p>
        </p:txBody>
      </p:sp>
    </p:spTree>
    <p:extLst>
      <p:ext uri="{BB962C8B-B14F-4D97-AF65-F5344CB8AC3E}">
        <p14:creationId xmlns:p14="http://schemas.microsoft.com/office/powerpoint/2010/main" val="2715438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b="1" dirty="0"/>
              <a:t>17</a:t>
            </a:r>
          </a:p>
        </p:txBody>
      </p:sp>
      <p:sp>
        <p:nvSpPr>
          <p:cNvPr id="4" name="Slide Number Placeholder 3"/>
          <p:cNvSpPr>
            <a:spLocks noGrp="1"/>
          </p:cNvSpPr>
          <p:nvPr>
            <p:ph type="sldNum" sz="quarter" idx="5"/>
          </p:nvPr>
        </p:nvSpPr>
        <p:spPr/>
        <p:txBody>
          <a:bodyPr/>
          <a:lstStyle/>
          <a:p>
            <a:fld id="{90EBA3B4-E8C1-410D-AF4D-59F9E9E3B379}" type="slidenum">
              <a:rPr lang="en-US" smtClean="0"/>
              <a:t>19</a:t>
            </a:fld>
            <a:endParaRPr lang="en-US"/>
          </a:p>
        </p:txBody>
      </p:sp>
    </p:spTree>
    <p:extLst>
      <p:ext uri="{BB962C8B-B14F-4D97-AF65-F5344CB8AC3E}">
        <p14:creationId xmlns:p14="http://schemas.microsoft.com/office/powerpoint/2010/main" val="31966037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r>
              <a:rPr lang="el-GR" sz="1200" b="1" dirty="0"/>
              <a:t>18</a:t>
            </a:r>
          </a:p>
        </p:txBody>
      </p:sp>
      <p:sp>
        <p:nvSpPr>
          <p:cNvPr id="4" name="Slide Number Placeholder 3"/>
          <p:cNvSpPr>
            <a:spLocks noGrp="1"/>
          </p:cNvSpPr>
          <p:nvPr>
            <p:ph type="sldNum" sz="quarter" idx="5"/>
          </p:nvPr>
        </p:nvSpPr>
        <p:spPr/>
        <p:txBody>
          <a:bodyPr/>
          <a:lstStyle/>
          <a:p>
            <a:fld id="{90EBA3B4-E8C1-410D-AF4D-59F9E9E3B379}" type="slidenum">
              <a:rPr lang="en-US" smtClean="0"/>
              <a:t>20</a:t>
            </a:fld>
            <a:endParaRPr lang="en-US"/>
          </a:p>
        </p:txBody>
      </p:sp>
    </p:spTree>
    <p:extLst>
      <p:ext uri="{BB962C8B-B14F-4D97-AF65-F5344CB8AC3E}">
        <p14:creationId xmlns:p14="http://schemas.microsoft.com/office/powerpoint/2010/main" val="160379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l-GR"/>
              <a:t>Κάντε κλικ για να επεξεργαστείτε τον τίτλο υποδείγματος</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l-GR"/>
              <a:t>Κάντε κλικ για να επεξεργαστείτε τον υπότιτλο του υποδείγματος</a:t>
            </a:r>
            <a:endParaRPr lang="en-US"/>
          </a:p>
        </p:txBody>
      </p:sp>
      <p:sp>
        <p:nvSpPr>
          <p:cNvPr id="4" name="Date Placeholder 3"/>
          <p:cNvSpPr>
            <a:spLocks noGrp="1"/>
          </p:cNvSpPr>
          <p:nvPr>
            <p:ph type="dt" sz="half" idx="10"/>
          </p:nvPr>
        </p:nvSpPr>
        <p:spPr/>
        <p:txBody>
          <a:bodyPr/>
          <a:lstStyle/>
          <a:p>
            <a:fld id="{D2890759-8295-4482-BFF7-E62463B5ED1D}"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Content Placeholder 2"/>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Date Placeholder 3"/>
          <p:cNvSpPr>
            <a:spLocks noGrp="1"/>
          </p:cNvSpPr>
          <p:nvPr>
            <p:ph type="dt" sz="half" idx="10"/>
          </p:nvPr>
        </p:nvSpPr>
        <p:spPr/>
        <p:txBody>
          <a:bodyPr/>
          <a:lstStyle/>
          <a:p>
            <a:fld id="{D2890759-8295-4482-BFF7-E62463B5ED1D}"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l-GR"/>
              <a:t>Κάντε κλικ για να επεξεργαστείτε τον τίτλο υποδείγματος</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D2890759-8295-4482-BFF7-E62463B5ED1D}"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5" name="Date Placeholder 4"/>
          <p:cNvSpPr>
            <a:spLocks noGrp="1"/>
          </p:cNvSpPr>
          <p:nvPr>
            <p:ph type="dt" sz="half" idx="10"/>
          </p:nvPr>
        </p:nvSpPr>
        <p:spPr/>
        <p:txBody>
          <a:bodyPr/>
          <a:lstStyle/>
          <a:p>
            <a:fld id="{D2890759-8295-4482-BFF7-E62463B5ED1D}"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l-GR"/>
              <a:t>Κάντε κλικ για να επεξεργαστείτε τον τίτλο υποδείγματος</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7" name="Date Placeholder 6"/>
          <p:cNvSpPr>
            <a:spLocks noGrp="1"/>
          </p:cNvSpPr>
          <p:nvPr>
            <p:ph type="dt" sz="half" idx="10"/>
          </p:nvPr>
        </p:nvSpPr>
        <p:spPr/>
        <p:txBody>
          <a:bodyPr/>
          <a:lstStyle/>
          <a:p>
            <a:fld id="{D2890759-8295-4482-BFF7-E62463B5ED1D}"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Date Placeholder 2"/>
          <p:cNvSpPr>
            <a:spLocks noGrp="1"/>
          </p:cNvSpPr>
          <p:nvPr>
            <p:ph type="dt" sz="half" idx="10"/>
          </p:nvPr>
        </p:nvSpPr>
        <p:spPr/>
        <p:txBody>
          <a:bodyPr/>
          <a:lstStyle/>
          <a:p>
            <a:fld id="{D2890759-8295-4482-BFF7-E62463B5ED1D}"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890759-8295-4482-BFF7-E62463B5ED1D}"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l-GR"/>
              <a:t>Κάντε κλικ για να επεξεργαστείτε τον τίτλο υποδείγματος</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D2890759-8295-4482-BFF7-E62463B5ED1D}"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l-GR"/>
              <a:t>Κάντε κλικ για να επεξεργαστείτε τον τίτλο υποδείγματος</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l-GR"/>
              <a:t>Κάντε κλικ στο εικονίδιο για να προσθέσετε εικόνα</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D2890759-8295-4482-BFF7-E62463B5ED1D}"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Vertical Text Placeholder 2"/>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Date Placeholder 3"/>
          <p:cNvSpPr>
            <a:spLocks noGrp="1"/>
          </p:cNvSpPr>
          <p:nvPr>
            <p:ph type="dt" sz="half" idx="10"/>
          </p:nvPr>
        </p:nvSpPr>
        <p:spPr/>
        <p:txBody>
          <a:bodyPr/>
          <a:lstStyle/>
          <a:p>
            <a:fld id="{D2890759-8295-4482-BFF7-E62463B5ED1D}"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l-GR"/>
              <a:t>Κάντε κλικ για να επεξεργαστείτε τον τίτλο υποδείγματος</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Date Placeholder 3"/>
          <p:cNvSpPr>
            <a:spLocks noGrp="1"/>
          </p:cNvSpPr>
          <p:nvPr>
            <p:ph type="dt" sz="half" idx="10"/>
          </p:nvPr>
        </p:nvSpPr>
        <p:spPr/>
        <p:txBody>
          <a:bodyPr/>
          <a:lstStyle/>
          <a:p>
            <a:fld id="{D2890759-8295-4482-BFF7-E62463B5ED1D}"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324205-1C4C-4BE8-BDEC-0243A42A4826}" type="slidenum">
              <a:rPr lang="en-US" smtClean="0"/>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0000" y="274638"/>
            <a:ext cx="6502400" cy="1143000"/>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5080000" y="1600201"/>
            <a:ext cx="6502400" cy="4525963"/>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890759-8295-4482-BFF7-E62463B5ED1D}" type="datetimeFigureOut">
              <a:rPr lang="en-US" smtClean="0"/>
              <a:t>1/7/2026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324205-1C4C-4BE8-BDEC-0243A42A482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9A7200"/>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9A7200"/>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9A7200"/>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9A7200"/>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rgbClr val="9A72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rgbClr val="9A720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6" Type="http://schemas.openxmlformats.org/officeDocument/2006/relationships/image" Target="../media/image41.png"/><Relationship Id="rId21" Type="http://schemas.openxmlformats.org/officeDocument/2006/relationships/customXml" Target="../ink/ink14.xml"/><Relationship Id="rId42" Type="http://schemas.openxmlformats.org/officeDocument/2006/relationships/customXml" Target="../ink/ink32.xml"/><Relationship Id="rId47" Type="http://schemas.openxmlformats.org/officeDocument/2006/relationships/image" Target="../media/image43.png"/><Relationship Id="rId63" Type="http://schemas.openxmlformats.org/officeDocument/2006/relationships/image" Target="../media/image46.png"/><Relationship Id="rId68" Type="http://schemas.openxmlformats.org/officeDocument/2006/relationships/image" Target="../media/image48.png"/><Relationship Id="rId16" Type="http://schemas.openxmlformats.org/officeDocument/2006/relationships/image" Target="../media/image38.png"/><Relationship Id="rId11" Type="http://schemas.openxmlformats.org/officeDocument/2006/relationships/customXml" Target="../ink/ink7.xml"/><Relationship Id="rId24" Type="http://schemas.openxmlformats.org/officeDocument/2006/relationships/customXml" Target="../ink/ink16.xml"/><Relationship Id="rId32" Type="http://schemas.openxmlformats.org/officeDocument/2006/relationships/image" Target="../media/image42.png"/><Relationship Id="rId37" Type="http://schemas.openxmlformats.org/officeDocument/2006/relationships/customXml" Target="../ink/ink27.xml"/><Relationship Id="rId40" Type="http://schemas.openxmlformats.org/officeDocument/2006/relationships/customXml" Target="../ink/ink30.xml"/><Relationship Id="rId45" Type="http://schemas.openxmlformats.org/officeDocument/2006/relationships/customXml" Target="../ink/ink35.xml"/><Relationship Id="rId53" Type="http://schemas.openxmlformats.org/officeDocument/2006/relationships/customXml" Target="../ink/ink41.xml"/><Relationship Id="rId58" Type="http://schemas.openxmlformats.org/officeDocument/2006/relationships/image" Target="../media/image45.png"/><Relationship Id="rId66" Type="http://schemas.openxmlformats.org/officeDocument/2006/relationships/image" Target="../media/image47.png"/><Relationship Id="rId74" Type="http://schemas.openxmlformats.org/officeDocument/2006/relationships/image" Target="../media/image51.png"/><Relationship Id="rId5" Type="http://schemas.openxmlformats.org/officeDocument/2006/relationships/image" Target="../media/image35.png"/><Relationship Id="rId61" Type="http://schemas.openxmlformats.org/officeDocument/2006/relationships/customXml" Target="../ink/ink48.xml"/><Relationship Id="rId19" Type="http://schemas.openxmlformats.org/officeDocument/2006/relationships/customXml" Target="../ink/ink13.xml"/><Relationship Id="rId14" Type="http://schemas.openxmlformats.org/officeDocument/2006/relationships/image" Target="../media/image37.png"/><Relationship Id="rId22" Type="http://schemas.openxmlformats.org/officeDocument/2006/relationships/customXml" Target="../ink/ink15.xml"/><Relationship Id="rId27" Type="http://schemas.openxmlformats.org/officeDocument/2006/relationships/customXml" Target="../ink/ink18.xml"/><Relationship Id="rId30" Type="http://schemas.openxmlformats.org/officeDocument/2006/relationships/customXml" Target="../ink/ink21.xml"/><Relationship Id="rId35" Type="http://schemas.openxmlformats.org/officeDocument/2006/relationships/customXml" Target="../ink/ink25.xml"/><Relationship Id="rId43" Type="http://schemas.openxmlformats.org/officeDocument/2006/relationships/customXml" Target="../ink/ink33.xml"/><Relationship Id="rId48" Type="http://schemas.openxmlformats.org/officeDocument/2006/relationships/customXml" Target="../ink/ink37.xml"/><Relationship Id="rId56" Type="http://schemas.openxmlformats.org/officeDocument/2006/relationships/customXml" Target="../ink/ink44.xml"/><Relationship Id="rId64" Type="http://schemas.openxmlformats.org/officeDocument/2006/relationships/customXml" Target="../ink/ink50.xml"/><Relationship Id="rId69" Type="http://schemas.openxmlformats.org/officeDocument/2006/relationships/customXml" Target="../ink/ink53.xml"/><Relationship Id="rId77" Type="http://schemas.openxmlformats.org/officeDocument/2006/relationships/customXml" Target="../ink/ink57.xml"/><Relationship Id="rId8" Type="http://schemas.openxmlformats.org/officeDocument/2006/relationships/customXml" Target="../ink/ink4.xml"/><Relationship Id="rId51" Type="http://schemas.openxmlformats.org/officeDocument/2006/relationships/customXml" Target="../ink/ink40.xml"/><Relationship Id="rId72" Type="http://schemas.openxmlformats.org/officeDocument/2006/relationships/image" Target="../media/image50.png"/><Relationship Id="rId3" Type="http://schemas.openxmlformats.org/officeDocument/2006/relationships/image" Target="../media/image34.png"/><Relationship Id="rId12" Type="http://schemas.openxmlformats.org/officeDocument/2006/relationships/customXml" Target="../ink/ink8.xml"/><Relationship Id="rId17" Type="http://schemas.openxmlformats.org/officeDocument/2006/relationships/customXml" Target="../ink/ink11.xml"/><Relationship Id="rId25" Type="http://schemas.openxmlformats.org/officeDocument/2006/relationships/customXml" Target="../ink/ink17.xml"/><Relationship Id="rId33" Type="http://schemas.openxmlformats.org/officeDocument/2006/relationships/customXml" Target="../ink/ink23.xml"/><Relationship Id="rId38" Type="http://schemas.openxmlformats.org/officeDocument/2006/relationships/customXml" Target="../ink/ink28.xml"/><Relationship Id="rId46" Type="http://schemas.openxmlformats.org/officeDocument/2006/relationships/customXml" Target="../ink/ink36.xml"/><Relationship Id="rId59" Type="http://schemas.openxmlformats.org/officeDocument/2006/relationships/customXml" Target="../ink/ink46.xml"/><Relationship Id="rId67" Type="http://schemas.openxmlformats.org/officeDocument/2006/relationships/customXml" Target="../ink/ink52.xml"/><Relationship Id="rId20" Type="http://schemas.openxmlformats.org/officeDocument/2006/relationships/image" Target="../media/image39.png"/><Relationship Id="rId41" Type="http://schemas.openxmlformats.org/officeDocument/2006/relationships/customXml" Target="../ink/ink31.xml"/><Relationship Id="rId54" Type="http://schemas.openxmlformats.org/officeDocument/2006/relationships/customXml" Target="../ink/ink42.xml"/><Relationship Id="rId62" Type="http://schemas.openxmlformats.org/officeDocument/2006/relationships/customXml" Target="../ink/ink49.xml"/><Relationship Id="rId70" Type="http://schemas.openxmlformats.org/officeDocument/2006/relationships/image" Target="../media/image49.png"/><Relationship Id="rId75" Type="http://schemas.openxmlformats.org/officeDocument/2006/relationships/customXml" Target="../ink/ink56.xml"/><Relationship Id="rId1" Type="http://schemas.openxmlformats.org/officeDocument/2006/relationships/slideLayout" Target="../slideLayouts/slideLayout7.xml"/><Relationship Id="rId6" Type="http://schemas.openxmlformats.org/officeDocument/2006/relationships/customXml" Target="../ink/ink3.xml"/><Relationship Id="rId15" Type="http://schemas.openxmlformats.org/officeDocument/2006/relationships/customXml" Target="../ink/ink10.xml"/><Relationship Id="rId23" Type="http://schemas.openxmlformats.org/officeDocument/2006/relationships/image" Target="../media/image40.png"/><Relationship Id="rId28" Type="http://schemas.openxmlformats.org/officeDocument/2006/relationships/customXml" Target="../ink/ink19.xml"/><Relationship Id="rId36" Type="http://schemas.openxmlformats.org/officeDocument/2006/relationships/customXml" Target="../ink/ink26.xml"/><Relationship Id="rId49" Type="http://schemas.openxmlformats.org/officeDocument/2006/relationships/customXml" Target="../ink/ink38.xml"/><Relationship Id="rId57" Type="http://schemas.openxmlformats.org/officeDocument/2006/relationships/customXml" Target="../ink/ink45.xml"/><Relationship Id="rId10" Type="http://schemas.openxmlformats.org/officeDocument/2006/relationships/customXml" Target="../ink/ink6.xml"/><Relationship Id="rId31" Type="http://schemas.openxmlformats.org/officeDocument/2006/relationships/customXml" Target="../ink/ink22.xml"/><Relationship Id="rId44" Type="http://schemas.openxmlformats.org/officeDocument/2006/relationships/customXml" Target="../ink/ink34.xml"/><Relationship Id="rId52" Type="http://schemas.openxmlformats.org/officeDocument/2006/relationships/image" Target="../media/image44.png"/><Relationship Id="rId60" Type="http://schemas.openxmlformats.org/officeDocument/2006/relationships/customXml" Target="../ink/ink47.xml"/><Relationship Id="rId65" Type="http://schemas.openxmlformats.org/officeDocument/2006/relationships/customXml" Target="../ink/ink51.xml"/><Relationship Id="rId73" Type="http://schemas.openxmlformats.org/officeDocument/2006/relationships/customXml" Target="../ink/ink55.xml"/><Relationship Id="rId78" Type="http://schemas.openxmlformats.org/officeDocument/2006/relationships/image" Target="../media/image52.png"/><Relationship Id="rId4" Type="http://schemas.openxmlformats.org/officeDocument/2006/relationships/customXml" Target="../ink/ink2.xml"/><Relationship Id="rId9" Type="http://schemas.openxmlformats.org/officeDocument/2006/relationships/customXml" Target="../ink/ink5.xml"/><Relationship Id="rId13" Type="http://schemas.openxmlformats.org/officeDocument/2006/relationships/customXml" Target="../ink/ink9.xml"/><Relationship Id="rId18" Type="http://schemas.openxmlformats.org/officeDocument/2006/relationships/customXml" Target="../ink/ink12.xml"/><Relationship Id="rId39" Type="http://schemas.openxmlformats.org/officeDocument/2006/relationships/customXml" Target="../ink/ink29.xml"/><Relationship Id="rId34" Type="http://schemas.openxmlformats.org/officeDocument/2006/relationships/customXml" Target="../ink/ink24.xml"/><Relationship Id="rId50" Type="http://schemas.openxmlformats.org/officeDocument/2006/relationships/customXml" Target="../ink/ink39.xml"/><Relationship Id="rId55" Type="http://schemas.openxmlformats.org/officeDocument/2006/relationships/customXml" Target="../ink/ink43.xml"/><Relationship Id="rId76" Type="http://schemas.openxmlformats.org/officeDocument/2006/relationships/image" Target="../media/image36.png"/><Relationship Id="rId7" Type="http://schemas.openxmlformats.org/officeDocument/2006/relationships/image" Target="../media/image350.png"/><Relationship Id="rId71" Type="http://schemas.openxmlformats.org/officeDocument/2006/relationships/customXml" Target="../ink/ink54.xml"/><Relationship Id="rId2" Type="http://schemas.openxmlformats.org/officeDocument/2006/relationships/customXml" Target="../ink/ink1.xml"/><Relationship Id="rId29" Type="http://schemas.openxmlformats.org/officeDocument/2006/relationships/customXml" Target="../ink/ink2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1571388" y="404665"/>
            <a:ext cx="7764973" cy="646331"/>
          </a:xfrm>
          <a:prstGeom prst="rect">
            <a:avLst/>
          </a:prstGeom>
          <a:noFill/>
        </p:spPr>
        <p:txBody>
          <a:bodyPr wrap="square" rtlCol="0">
            <a:spAutoFit/>
          </a:bodyPr>
          <a:lstStyle/>
          <a:p>
            <a:r>
              <a:rPr lang="el-GR" sz="3600" b="1" dirty="0">
                <a:solidFill>
                  <a:srgbClr val="FFC00D"/>
                </a:solidFill>
                <a:latin typeface="Arial" panose="020B0604020202020204" pitchFamily="34" charset="0"/>
                <a:cs typeface="Arial" panose="020B0604020202020204" pitchFamily="34" charset="0"/>
              </a:rPr>
              <a:t>ΥΠΟΛΟΓΙΣΤΙΚΑ ΟΙΚΟΝΟΜΙΚΑ</a:t>
            </a:r>
            <a:endParaRPr lang="en-US" sz="3600" b="1" dirty="0">
              <a:solidFill>
                <a:srgbClr val="FFC00D"/>
              </a:solidFill>
              <a:latin typeface="Arial" panose="020B0604020202020204" pitchFamily="34" charset="0"/>
              <a:cs typeface="Arial" panose="020B0604020202020204" pitchFamily="34" charset="0"/>
            </a:endParaRPr>
          </a:p>
        </p:txBody>
      </p:sp>
      <p:sp>
        <p:nvSpPr>
          <p:cNvPr id="5" name="TextBox 4"/>
          <p:cNvSpPr txBox="1"/>
          <p:nvPr/>
        </p:nvSpPr>
        <p:spPr>
          <a:xfrm>
            <a:off x="5591944" y="5445225"/>
            <a:ext cx="5148064" cy="830997"/>
          </a:xfrm>
          <a:prstGeom prst="rect">
            <a:avLst/>
          </a:prstGeom>
          <a:noFill/>
        </p:spPr>
        <p:txBody>
          <a:bodyPr wrap="square" rtlCol="0">
            <a:spAutoFit/>
          </a:bodyPr>
          <a:lstStyle/>
          <a:p>
            <a:r>
              <a:rPr lang="el-GR" sz="1600" dirty="0">
                <a:solidFill>
                  <a:srgbClr val="FFC00D"/>
                </a:solidFill>
                <a:latin typeface="Arial" panose="020B0604020202020204" pitchFamily="34" charset="0"/>
                <a:cs typeface="Arial" panose="020B0604020202020204" pitchFamily="34" charset="0"/>
              </a:rPr>
              <a:t>Επιβλέπων καθηγητής: Μαγκαφάς Λυκούργος  </a:t>
            </a:r>
          </a:p>
          <a:p>
            <a:r>
              <a:rPr lang="el-GR" sz="1600" dirty="0">
                <a:solidFill>
                  <a:srgbClr val="FFC00D"/>
                </a:solidFill>
                <a:latin typeface="Arial" panose="020B0604020202020204" pitchFamily="34" charset="0"/>
                <a:cs typeface="Arial" panose="020B0604020202020204" pitchFamily="34" charset="0"/>
              </a:rPr>
              <a:t>Επιμέλεια εργασίας: Απόστολος Κέφαλος ΑΕΜ 220</a:t>
            </a:r>
            <a:r>
              <a:rPr lang="en-US" sz="1600" dirty="0">
                <a:solidFill>
                  <a:srgbClr val="FFC00D"/>
                </a:solidFill>
                <a:latin typeface="Arial" panose="020B0604020202020204" pitchFamily="34" charset="0"/>
                <a:cs typeface="Arial" panose="020B0604020202020204" pitchFamily="34" charset="0"/>
              </a:rPr>
              <a:t>0</a:t>
            </a:r>
            <a:r>
              <a:rPr lang="el-GR" sz="1600" dirty="0">
                <a:solidFill>
                  <a:srgbClr val="FFC00D"/>
                </a:solidFill>
                <a:latin typeface="Arial" panose="020B0604020202020204" pitchFamily="34" charset="0"/>
                <a:cs typeface="Arial" panose="020B0604020202020204" pitchFamily="34" charset="0"/>
              </a:rPr>
              <a:t>03</a:t>
            </a:r>
          </a:p>
          <a:p>
            <a:r>
              <a:rPr lang="el-GR" sz="1600" dirty="0">
                <a:solidFill>
                  <a:srgbClr val="FFC00D"/>
                </a:solidFill>
                <a:latin typeface="Arial" panose="020B0604020202020204" pitchFamily="34" charset="0"/>
                <a:cs typeface="Arial" panose="020B0604020202020204" pitchFamily="34" charset="0"/>
              </a:rPr>
              <a:t>                                 Ιωάννης Δίπλας ΑΕΜ 220080</a:t>
            </a:r>
            <a:endParaRPr lang="en-US" sz="1600" dirty="0">
              <a:solidFill>
                <a:srgbClr val="FFC00D"/>
              </a:solidFill>
              <a:latin typeface="Arial" panose="020B0604020202020204" pitchFamily="34" charset="0"/>
              <a:cs typeface="Arial" panose="020B0604020202020204" pitchFamily="34" charset="0"/>
            </a:endParaRPr>
          </a:p>
        </p:txBody>
      </p:sp>
      <p:graphicFrame>
        <p:nvGraphicFramePr>
          <p:cNvPr id="2" name="Πίνακας 1">
            <a:extLst>
              <a:ext uri="{FF2B5EF4-FFF2-40B4-BE49-F238E27FC236}">
                <a16:creationId xmlns:a16="http://schemas.microsoft.com/office/drawing/2014/main" id="{5859D825-A3CD-094A-0DF1-F7BF88DD9406}"/>
              </a:ext>
            </a:extLst>
          </p:cNvPr>
          <p:cNvGraphicFramePr>
            <a:graphicFrameLocks noGrp="1"/>
          </p:cNvGraphicFramePr>
          <p:nvPr>
            <p:extLst>
              <p:ext uri="{D42A27DB-BD31-4B8C-83A1-F6EECF244321}">
                <p14:modId xmlns:p14="http://schemas.microsoft.com/office/powerpoint/2010/main" val="1032698453"/>
              </p:ext>
            </p:extLst>
          </p:nvPr>
        </p:nvGraphicFramePr>
        <p:xfrm>
          <a:off x="4601580" y="6482619"/>
          <a:ext cx="3600400" cy="304800"/>
        </p:xfrm>
        <a:graphic>
          <a:graphicData uri="http://schemas.openxmlformats.org/drawingml/2006/table">
            <a:tbl>
              <a:tblPr firstRow="1" bandRow="1">
                <a:tableStyleId>{5C22544A-7EE6-4342-B048-85BDC9FD1C3A}</a:tableStyleId>
              </a:tblPr>
              <a:tblGrid>
                <a:gridCol w="3600400">
                  <a:extLst>
                    <a:ext uri="{9D8B030D-6E8A-4147-A177-3AD203B41FA5}">
                      <a16:colId xmlns:a16="http://schemas.microsoft.com/office/drawing/2014/main" val="55323596"/>
                    </a:ext>
                  </a:extLst>
                </a:gridCol>
              </a:tblGrid>
              <a:tr h="188640">
                <a:tc>
                  <a:txBody>
                    <a:bodyPr/>
                    <a:lstStyle/>
                    <a:p>
                      <a:r>
                        <a:rPr lang="el-GR" sz="1400" kern="1200" dirty="0">
                          <a:solidFill>
                            <a:srgbClr val="FFC00D"/>
                          </a:solidFill>
                          <a:latin typeface="Arial" panose="020B0604020202020204" pitchFamily="34" charset="0"/>
                          <a:ea typeface="+mn-ea"/>
                          <a:cs typeface="Arial" panose="020B0604020202020204" pitchFamily="34" charset="0"/>
                        </a:rPr>
                        <a:t>ΑΚΑΔΗΜΑΙΚΟ ΕΤΟΣ 2025-2026</a:t>
                      </a:r>
                      <a:endParaRPr lang="en-US" sz="1400" kern="1200" dirty="0">
                        <a:solidFill>
                          <a:srgbClr val="FFC00D"/>
                        </a:solidFill>
                        <a:latin typeface="Arial" panose="020B0604020202020204" pitchFamily="34" charset="0"/>
                        <a:ea typeface="+mn-ea"/>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545968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EF890F-40BD-EB61-2A6F-0F2EC9FCCDBB}"/>
              </a:ext>
            </a:extLst>
          </p:cNvPr>
          <p:cNvSpPr txBox="1"/>
          <p:nvPr/>
        </p:nvSpPr>
        <p:spPr>
          <a:xfrm>
            <a:off x="335360" y="1268760"/>
            <a:ext cx="3600400" cy="4611519"/>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Η γραφική παράσταση απεικονίζει την εβδομαδιαία εξέλιξη της τιμής του χρυσού σε βάθος χρόνου 512 εβδομάδων. Εκ πρώτης όψεως, η χρονοσειρά φαίνεται να έχει μια ανοδική πορεία, πηγαίνοντας από το παρελθόν στο παρόν (10ετής ανάλυση Αύγουστος 2015 - 2025- </a:t>
            </a:r>
            <a:r>
              <a:rPr lang="el-GR" b="1" dirty="0" err="1">
                <a:solidFill>
                  <a:srgbClr val="FFC00D"/>
                </a:solidFill>
                <a:latin typeface="Arial" panose="020B0604020202020204" pitchFamily="34" charset="0"/>
                <a:cs typeface="Arial" panose="020B0604020202020204" pitchFamily="34" charset="0"/>
              </a:rPr>
              <a:t>weekly</a:t>
            </a:r>
            <a:r>
              <a:rPr lang="el-GR" b="1" dirty="0">
                <a:solidFill>
                  <a:srgbClr val="FFC00D"/>
                </a:solidFill>
                <a:latin typeface="Arial" panose="020B0604020202020204" pitchFamily="34" charset="0"/>
                <a:cs typeface="Arial" panose="020B0604020202020204" pitchFamily="34" charset="0"/>
              </a:rPr>
              <a:t> </a:t>
            </a:r>
            <a:r>
              <a:rPr lang="el-GR" b="1" dirty="0" err="1">
                <a:solidFill>
                  <a:srgbClr val="FFC00D"/>
                </a:solidFill>
                <a:latin typeface="Arial" panose="020B0604020202020204" pitchFamily="34" charset="0"/>
                <a:cs typeface="Arial" panose="020B0604020202020204" pitchFamily="34" charset="0"/>
              </a:rPr>
              <a:t>data</a:t>
            </a:r>
            <a:r>
              <a:rPr lang="el-GR" b="1" dirty="0">
                <a:solidFill>
                  <a:srgbClr val="FFC00D"/>
                </a:solidFill>
                <a:latin typeface="Arial" panose="020B0604020202020204" pitchFamily="34" charset="0"/>
                <a:cs typeface="Arial" panose="020B0604020202020204" pitchFamily="34" charset="0"/>
              </a:rPr>
              <a:t>).</a:t>
            </a:r>
            <a:endParaRPr lang="el-GR" dirty="0">
              <a:solidFill>
                <a:srgbClr val="FFC00D"/>
              </a:solidFill>
              <a:latin typeface="Arial" panose="020B0604020202020204" pitchFamily="34" charset="0"/>
              <a:cs typeface="Arial" panose="020B0604020202020204" pitchFamily="34" charset="0"/>
            </a:endParaRPr>
          </a:p>
        </p:txBody>
      </p:sp>
      <p:pic>
        <p:nvPicPr>
          <p:cNvPr id="6" name="Picture 5" descr="A graph with blue lines and numbers&#10;&#10;AI-generated content may be incorrect.">
            <a:extLst>
              <a:ext uri="{FF2B5EF4-FFF2-40B4-BE49-F238E27FC236}">
                <a16:creationId xmlns:a16="http://schemas.microsoft.com/office/drawing/2014/main" id="{08EEAAD3-518A-016A-ACF7-D7816DA88B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60" y="1268761"/>
            <a:ext cx="7920880" cy="504356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graphicFrame>
        <p:nvGraphicFramePr>
          <p:cNvPr id="7" name="Πίνακας 6">
            <a:extLst>
              <a:ext uri="{FF2B5EF4-FFF2-40B4-BE49-F238E27FC236}">
                <a16:creationId xmlns:a16="http://schemas.microsoft.com/office/drawing/2014/main" id="{710E56D4-39A3-FB59-0775-D19EB9C8112E}"/>
              </a:ext>
            </a:extLst>
          </p:cNvPr>
          <p:cNvGraphicFramePr>
            <a:graphicFrameLocks noGrp="1"/>
          </p:cNvGraphicFramePr>
          <p:nvPr>
            <p:extLst>
              <p:ext uri="{D42A27DB-BD31-4B8C-83A1-F6EECF244321}">
                <p14:modId xmlns:p14="http://schemas.microsoft.com/office/powerpoint/2010/main" val="549148639"/>
              </p:ext>
            </p:extLst>
          </p:nvPr>
        </p:nvGraphicFramePr>
        <p:xfrm>
          <a:off x="335360" y="257592"/>
          <a:ext cx="11521280" cy="579120"/>
        </p:xfrm>
        <a:graphic>
          <a:graphicData uri="http://schemas.openxmlformats.org/drawingml/2006/table">
            <a:tbl>
              <a:tblPr firstRow="1" bandRow="1">
                <a:tableStyleId>{5C22544A-7EE6-4342-B048-85BDC9FD1C3A}</a:tableStyleId>
              </a:tblPr>
              <a:tblGrid>
                <a:gridCol w="11521280">
                  <a:extLst>
                    <a:ext uri="{9D8B030D-6E8A-4147-A177-3AD203B41FA5}">
                      <a16:colId xmlns:a16="http://schemas.microsoft.com/office/drawing/2014/main" val="3310667268"/>
                    </a:ext>
                  </a:extLst>
                </a:gridCol>
              </a:tblGrid>
              <a:tr h="370840">
                <a:tc>
                  <a:txBody>
                    <a:bodyPr/>
                    <a:lstStyle/>
                    <a:p>
                      <a:pPr algn="ctr"/>
                      <a:r>
                        <a:rPr lang="el-GR" sz="3200" b="1" kern="1200" dirty="0">
                          <a:solidFill>
                            <a:srgbClr val="FFC00D"/>
                          </a:solidFill>
                          <a:latin typeface="Arial" panose="020B0604020202020204" pitchFamily="34" charset="0"/>
                          <a:ea typeface="+mn-ea"/>
                          <a:cs typeface="Arial" panose="020B0604020202020204" pitchFamily="34" charset="0"/>
                        </a:rPr>
                        <a:t>Χρονοσειρά τιμών χρυσού</a:t>
                      </a:r>
                      <a:endParaRPr lang="en-US" sz="3200" b="1" kern="1200" dirty="0">
                        <a:solidFill>
                          <a:srgbClr val="FFC00D"/>
                        </a:solidFill>
                        <a:latin typeface="Arial" panose="020B0604020202020204" pitchFamily="34" charset="0"/>
                        <a:ea typeface="+mn-ea"/>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0442206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graphicFrame>
        <p:nvGraphicFramePr>
          <p:cNvPr id="2" name="Πίνακας 1">
            <a:extLst>
              <a:ext uri="{FF2B5EF4-FFF2-40B4-BE49-F238E27FC236}">
                <a16:creationId xmlns:a16="http://schemas.microsoft.com/office/drawing/2014/main" id="{D19C8CE0-5178-CD3F-DE98-057182EC31A1}"/>
              </a:ext>
            </a:extLst>
          </p:cNvPr>
          <p:cNvGraphicFramePr>
            <a:graphicFrameLocks noGrp="1"/>
          </p:cNvGraphicFramePr>
          <p:nvPr>
            <p:extLst>
              <p:ext uri="{D42A27DB-BD31-4B8C-83A1-F6EECF244321}">
                <p14:modId xmlns:p14="http://schemas.microsoft.com/office/powerpoint/2010/main" val="3044489690"/>
              </p:ext>
            </p:extLst>
          </p:nvPr>
        </p:nvGraphicFramePr>
        <p:xfrm>
          <a:off x="335360" y="257592"/>
          <a:ext cx="11521280" cy="579120"/>
        </p:xfrm>
        <a:graphic>
          <a:graphicData uri="http://schemas.openxmlformats.org/drawingml/2006/table">
            <a:tbl>
              <a:tblPr firstRow="1" bandRow="1">
                <a:tableStyleId>{5C22544A-7EE6-4342-B048-85BDC9FD1C3A}</a:tableStyleId>
              </a:tblPr>
              <a:tblGrid>
                <a:gridCol w="11521280">
                  <a:extLst>
                    <a:ext uri="{9D8B030D-6E8A-4147-A177-3AD203B41FA5}">
                      <a16:colId xmlns:a16="http://schemas.microsoft.com/office/drawing/2014/main" val="3323812626"/>
                    </a:ext>
                  </a:extLst>
                </a:gridCol>
              </a:tblGrid>
              <a:tr h="370840">
                <a:tc>
                  <a:txBody>
                    <a:bodyPr/>
                    <a:lstStyle/>
                    <a:p>
                      <a:pPr algn="ctr"/>
                      <a:r>
                        <a:rPr lang="el-GR" sz="3200" b="1" kern="1200" dirty="0">
                          <a:solidFill>
                            <a:srgbClr val="FFC00D"/>
                          </a:solidFill>
                          <a:latin typeface="Arial" panose="020B0604020202020204" pitchFamily="34" charset="0"/>
                          <a:ea typeface="+mn-ea"/>
                          <a:cs typeface="Arial" panose="020B0604020202020204" pitchFamily="34" charset="0"/>
                        </a:rPr>
                        <a:t>Έλεγχος στασιμότητας χρονοσειράς</a:t>
                      </a:r>
                      <a:endParaRPr lang="en-US" sz="3200" b="1" kern="1200" dirty="0">
                        <a:solidFill>
                          <a:srgbClr val="FFC00D"/>
                        </a:solidFill>
                        <a:latin typeface="Arial" panose="020B0604020202020204" pitchFamily="34" charset="0"/>
                        <a:ea typeface="+mn-ea"/>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80273044"/>
                  </a:ext>
                </a:extLst>
              </a:tr>
            </a:tbl>
          </a:graphicData>
        </a:graphic>
      </p:graphicFrame>
      <p:sp>
        <p:nvSpPr>
          <p:cNvPr id="4" name="TextBox 3">
            <a:extLst>
              <a:ext uri="{FF2B5EF4-FFF2-40B4-BE49-F238E27FC236}">
                <a16:creationId xmlns:a16="http://schemas.microsoft.com/office/drawing/2014/main" id="{E16E4BC7-0A0C-4605-71D1-786C7DAFDD25}"/>
              </a:ext>
            </a:extLst>
          </p:cNvPr>
          <p:cNvSpPr txBox="1"/>
          <p:nvPr/>
        </p:nvSpPr>
        <p:spPr>
          <a:xfrm>
            <a:off x="335360" y="1268760"/>
            <a:ext cx="3600400" cy="3780522"/>
          </a:xfrm>
          <a:prstGeom prst="rect">
            <a:avLst/>
          </a:prstGeom>
          <a:noFill/>
        </p:spPr>
        <p:txBody>
          <a:bodyPr wrap="square">
            <a:spAutoFit/>
          </a:bodyPr>
          <a:lstStyle/>
          <a:p>
            <a:pPr lvl="0" eaLnBrk="0" fontAlgn="base" hangingPunct="0">
              <a:lnSpc>
                <a:spcPct val="150000"/>
              </a:lnSpc>
              <a:spcBef>
                <a:spcPct val="0"/>
              </a:spcBef>
              <a:spcAft>
                <a:spcPct val="0"/>
              </a:spcAft>
            </a:pPr>
            <a:r>
              <a:rPr lang="el-GR" b="1" dirty="0">
                <a:solidFill>
                  <a:srgbClr val="FFC00D"/>
                </a:solidFill>
                <a:latin typeface="Arial" panose="020B0604020202020204" pitchFamily="34" charset="0"/>
                <a:cs typeface="Arial" panose="020B0604020202020204" pitchFamily="34" charset="0"/>
              </a:rPr>
              <a:t>Από τη στιγμή που οι μέσοι όροι των 2 αυτών κομματιών διαφέρουν κατά 56,70% (&gt;15%), σημαίνει ότι η σειρά δεν είναι στάσιμη.</a:t>
            </a:r>
            <a:endParaRPr lang="en-US" b="1" dirty="0">
              <a:solidFill>
                <a:srgbClr val="FFC00D"/>
              </a:solidFill>
              <a:latin typeface="Arial" panose="020B0604020202020204" pitchFamily="34" charset="0"/>
              <a:cs typeface="Arial" panose="020B0604020202020204" pitchFamily="34" charset="0"/>
            </a:endParaRPr>
          </a:p>
          <a:p>
            <a:pPr lvl="0" eaLnBrk="0" fontAlgn="base" hangingPunct="0">
              <a:lnSpc>
                <a:spcPct val="150000"/>
              </a:lnSpc>
              <a:spcBef>
                <a:spcPct val="0"/>
              </a:spcBef>
              <a:spcAft>
                <a:spcPct val="0"/>
              </a:spcAft>
            </a:pPr>
            <a:r>
              <a:rPr lang="el-GR" b="1" dirty="0">
                <a:solidFill>
                  <a:srgbClr val="FFC00D"/>
                </a:solidFill>
                <a:latin typeface="Arial" panose="020B0604020202020204" pitchFamily="34" charset="0"/>
                <a:cs typeface="Arial" panose="020B0604020202020204" pitchFamily="34" charset="0"/>
              </a:rPr>
              <a:t>Δεν υπάρχει λόγος αξιολόγησης των τυπικών τους αποκλίσεων εφόσον οι μ.ο</a:t>
            </a:r>
            <a:r>
              <a:rPr lang="en-US" b="1" dirty="0">
                <a:solidFill>
                  <a:srgbClr val="FFC00D"/>
                </a:solidFill>
                <a:latin typeface="Arial" panose="020B0604020202020204" pitchFamily="34" charset="0"/>
                <a:cs typeface="Arial" panose="020B0604020202020204" pitchFamily="34" charset="0"/>
              </a:rPr>
              <a:t>.</a:t>
            </a:r>
            <a:r>
              <a:rPr lang="el-GR" b="1" dirty="0">
                <a:solidFill>
                  <a:srgbClr val="FFC00D"/>
                </a:solidFill>
                <a:latin typeface="Arial" panose="020B0604020202020204" pitchFamily="34" charset="0"/>
                <a:cs typeface="Arial" panose="020B0604020202020204" pitchFamily="34" charset="0"/>
              </a:rPr>
              <a:t> τους απέχουν &gt;15%.</a:t>
            </a:r>
            <a:endParaRPr lang="el-GR" altLang="el-GR" dirty="0">
              <a:solidFill>
                <a:srgbClr val="FFC00D"/>
              </a:solidFill>
              <a:latin typeface="Arial" panose="020B0604020202020204" pitchFamily="34" charset="0"/>
              <a:cs typeface="Arial" panose="020B0604020202020204" pitchFamily="34" charset="0"/>
            </a:endParaRPr>
          </a:p>
        </p:txBody>
      </p:sp>
      <p:pic>
        <p:nvPicPr>
          <p:cNvPr id="5" name="Picture 6" descr="A black text on a white background&#10;&#10;AI-generated content may be incorrect.">
            <a:extLst>
              <a:ext uri="{FF2B5EF4-FFF2-40B4-BE49-F238E27FC236}">
                <a16:creationId xmlns:a16="http://schemas.microsoft.com/office/drawing/2014/main" id="{B9BC7831-84D5-F01D-3326-7CAB2AF8D0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60" y="1268760"/>
            <a:ext cx="7920880" cy="144016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pic>
        <p:nvPicPr>
          <p:cNvPr id="6" name="Picture 8" descr="A graph with blue and orange lines&#10;&#10;AI-generated content may be incorrect.">
            <a:extLst>
              <a:ext uri="{FF2B5EF4-FFF2-40B4-BE49-F238E27FC236}">
                <a16:creationId xmlns:a16="http://schemas.microsoft.com/office/drawing/2014/main" id="{F9AB0AAD-4A33-5B8B-DE25-90AFE4C7DB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5760" y="2708920"/>
            <a:ext cx="7920880" cy="360040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196264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B5DF1-24DA-5D06-BD0A-6BB1B7C16AD2}"/>
              </a:ext>
            </a:extLst>
          </p:cNvPr>
          <p:cNvSpPr txBox="1">
            <a:spLocks/>
          </p:cNvSpPr>
          <p:nvPr/>
        </p:nvSpPr>
        <p:spPr>
          <a:xfrm>
            <a:off x="335360" y="260648"/>
            <a:ext cx="11521280" cy="576064"/>
          </a:xfrm>
          <a:prstGeom prst="rect">
            <a:avLst/>
          </a:prstGeom>
        </p:spPr>
        <p:txBody>
          <a:bodyPr>
            <a:normAutofit lnSpcReduction="10000"/>
          </a:bodyPr>
          <a:lstStyle>
            <a:lvl1pPr algn="ctr" defTabSz="914400" rtl="0" eaLnBrk="1" latinLnBrk="0" hangingPunct="1">
              <a:spcBef>
                <a:spcPct val="0"/>
              </a:spcBef>
              <a:buNone/>
              <a:defRPr sz="4400" kern="1200">
                <a:solidFill>
                  <a:srgbClr val="9A7200"/>
                </a:solidFill>
                <a:latin typeface="+mj-lt"/>
                <a:ea typeface="+mj-ea"/>
                <a:cs typeface="+mj-cs"/>
              </a:defRPr>
            </a:lvl1pPr>
          </a:lstStyle>
          <a:p>
            <a:r>
              <a:rPr lang="el-GR" sz="3200" b="1" dirty="0">
                <a:solidFill>
                  <a:srgbClr val="FFC00D"/>
                </a:solidFill>
                <a:latin typeface="Arial" panose="020B0604020202020204" pitchFamily="34" charset="0"/>
                <a:ea typeface="+mn-ea"/>
                <a:cs typeface="Arial" panose="020B0604020202020204" pitchFamily="34" charset="0"/>
              </a:rPr>
              <a:t>Υπολογισμός συνάρτησης τάσης</a:t>
            </a:r>
          </a:p>
        </p:txBody>
      </p:sp>
      <p:sp>
        <p:nvSpPr>
          <p:cNvPr id="3" name="Content Placeholder 2">
            <a:extLst>
              <a:ext uri="{FF2B5EF4-FFF2-40B4-BE49-F238E27FC236}">
                <a16:creationId xmlns:a16="http://schemas.microsoft.com/office/drawing/2014/main" id="{90A60B0A-ABEE-7B65-5880-59CD085AE841}"/>
              </a:ext>
            </a:extLst>
          </p:cNvPr>
          <p:cNvSpPr txBox="1">
            <a:spLocks/>
          </p:cNvSpPr>
          <p:nvPr/>
        </p:nvSpPr>
        <p:spPr>
          <a:xfrm>
            <a:off x="335360" y="1268760"/>
            <a:ext cx="3600400" cy="3735213"/>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rgbClr val="9A7200"/>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9A7200"/>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9A7200"/>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rgbClr val="9A7200"/>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rgbClr val="9A720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el-GR" sz="1800" b="1" dirty="0">
                <a:solidFill>
                  <a:srgbClr val="FFC00D"/>
                </a:solidFill>
                <a:latin typeface="Arial" panose="020B0604020202020204" pitchFamily="34" charset="0"/>
                <a:cs typeface="Arial" panose="020B0604020202020204" pitchFamily="34" charset="0"/>
              </a:rPr>
              <a:t>Η γραφική παράσταση της τάσης της σειράς των p μας δείχνει μια ανηφόρα.</a:t>
            </a:r>
            <a:endParaRPr lang="en-US" sz="1800" b="1" dirty="0">
              <a:solidFill>
                <a:srgbClr val="FFC00D"/>
              </a:solidFill>
              <a:latin typeface="Arial" panose="020B0604020202020204" pitchFamily="34" charset="0"/>
              <a:cs typeface="Arial" panose="020B0604020202020204" pitchFamily="34" charset="0"/>
            </a:endParaRPr>
          </a:p>
          <a:p>
            <a:pPr marL="0" indent="0" algn="just">
              <a:lnSpc>
                <a:spcPct val="150000"/>
              </a:lnSpc>
              <a:buNone/>
            </a:pPr>
            <a:r>
              <a:rPr lang="el-GR" sz="1800" b="1" dirty="0">
                <a:solidFill>
                  <a:srgbClr val="FFC00D"/>
                </a:solidFill>
                <a:latin typeface="Arial" panose="020B0604020202020204" pitchFamily="34" charset="0"/>
                <a:cs typeface="Arial" panose="020B0604020202020204" pitchFamily="34" charset="0"/>
              </a:rPr>
              <a:t>Με άλλα λόγια, περιγράφει τη μακροπρόθεσμη κατεύθυνση των τιμών στο χρόνο (αυξητική στη περίπτωσή μας).</a:t>
            </a:r>
          </a:p>
        </p:txBody>
      </p:sp>
      <p:pic>
        <p:nvPicPr>
          <p:cNvPr id="4" name="Picture 4" descr="A graph with a line and a line&#10;&#10;AI-generated content may be incorrect.">
            <a:extLst>
              <a:ext uri="{FF2B5EF4-FFF2-40B4-BE49-F238E27FC236}">
                <a16:creationId xmlns:a16="http://schemas.microsoft.com/office/drawing/2014/main" id="{08A6BF95-ED02-AE48-5701-2795EBAA3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60" y="1268760"/>
            <a:ext cx="7920880" cy="504056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3016683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F71915-7C01-F549-DADF-22FD3E9A428D}"/>
              </a:ext>
            </a:extLst>
          </p:cNvPr>
          <p:cNvSpPr>
            <a:spLocks noChangeArrowheads="1"/>
          </p:cNvSpPr>
          <p:nvPr/>
        </p:nvSpPr>
        <p:spPr bwMode="auto">
          <a:xfrm>
            <a:off x="8256240" y="1268760"/>
            <a:ext cx="3600400"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l-GR" altLang="el-GR" b="1" dirty="0">
                <a:solidFill>
                  <a:srgbClr val="FFC00D"/>
                </a:solidFill>
                <a:latin typeface="Arial" panose="020B0604020202020204" pitchFamily="34" charset="0"/>
              </a:rPr>
              <a:t>Η πρώτη εμφανής αύξηση στο πλάτος δείχνει την αρχική ένδειξη κυκλικότητας. </a:t>
            </a:r>
            <a:endParaRPr lang="el-GR" altLang="el-GR" b="1" dirty="0">
              <a:solidFill>
                <a:srgbClr val="FFC00D"/>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69D7359-8C35-D58E-6678-9BA9EB1B6558}"/>
              </a:ext>
            </a:extLst>
          </p:cNvPr>
          <p:cNvSpPr txBox="1"/>
          <p:nvPr/>
        </p:nvSpPr>
        <p:spPr>
          <a:xfrm>
            <a:off x="335360" y="260649"/>
            <a:ext cx="11521280" cy="584775"/>
          </a:xfrm>
          <a:prstGeom prst="rect">
            <a:avLst/>
          </a:prstGeom>
          <a:noFill/>
        </p:spPr>
        <p:txBody>
          <a:bodyPr wrap="square">
            <a:spAutoFit/>
          </a:bodyPr>
          <a:lstStyle/>
          <a:p>
            <a:pPr algn="ctr"/>
            <a:r>
              <a:rPr lang="en-US" sz="3200" b="1" dirty="0">
                <a:solidFill>
                  <a:srgbClr val="FFC00D"/>
                </a:solidFill>
                <a:latin typeface="Arial" panose="020B0604020202020204" pitchFamily="34" charset="0"/>
                <a:cs typeface="Arial" panose="020B0604020202020204" pitchFamily="34" charset="0"/>
              </a:rPr>
              <a:t>Fourier</a:t>
            </a:r>
            <a:endParaRPr lang="el-GR" sz="3200" b="1" dirty="0">
              <a:solidFill>
                <a:srgbClr val="FFC00D"/>
              </a:solidFill>
              <a:latin typeface="Arial" panose="020B0604020202020204" pitchFamily="34" charset="0"/>
              <a:cs typeface="Arial" panose="020B0604020202020204" pitchFamily="34" charset="0"/>
            </a:endParaRPr>
          </a:p>
        </p:txBody>
      </p:sp>
      <p:pic>
        <p:nvPicPr>
          <p:cNvPr id="4" name="Picture 5" descr="A graph of a graph&#10;&#10;AI-generated content may be incorrect.">
            <a:extLst>
              <a:ext uri="{FF2B5EF4-FFF2-40B4-BE49-F238E27FC236}">
                <a16:creationId xmlns:a16="http://schemas.microsoft.com/office/drawing/2014/main" id="{3FDBA48F-5349-5031-7BC0-82814CE4F4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360" y="1268760"/>
            <a:ext cx="7920880" cy="504056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2907834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2A8839-2BF7-7BCA-D7B3-159CA3BDC24B}"/>
              </a:ext>
            </a:extLst>
          </p:cNvPr>
          <p:cNvSpPr txBox="1"/>
          <p:nvPr/>
        </p:nvSpPr>
        <p:spPr>
          <a:xfrm>
            <a:off x="335361" y="251937"/>
            <a:ext cx="11521280" cy="1077218"/>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Συνάρτηση εποχικότητας (κυκλικότητας</a:t>
            </a:r>
            <a:r>
              <a:rPr lang="en-US" sz="3200" b="1" dirty="0">
                <a:solidFill>
                  <a:srgbClr val="FFC00D"/>
                </a:solidFill>
                <a:latin typeface="Arial" panose="020B0604020202020204" pitchFamily="34" charset="0"/>
                <a:cs typeface="Arial" panose="020B0604020202020204" pitchFamily="34" charset="0"/>
              </a:rPr>
              <a:t>)</a:t>
            </a:r>
            <a:r>
              <a:rPr lang="el-GR" sz="3200" b="1" dirty="0">
                <a:solidFill>
                  <a:srgbClr val="FFC00D"/>
                </a:solidFill>
                <a:latin typeface="Arial" panose="020B0604020202020204" pitchFamily="34" charset="0"/>
                <a:cs typeface="Arial" panose="020B0604020202020204" pitchFamily="34" charset="0"/>
              </a:rPr>
              <a:t> σε βάθος 9 βδομάδων</a:t>
            </a:r>
          </a:p>
        </p:txBody>
      </p:sp>
      <p:sp>
        <p:nvSpPr>
          <p:cNvPr id="3" name="Rectangle 1">
            <a:extLst>
              <a:ext uri="{FF2B5EF4-FFF2-40B4-BE49-F238E27FC236}">
                <a16:creationId xmlns:a16="http://schemas.microsoft.com/office/drawing/2014/main" id="{691B7A2C-8956-9548-F555-0F652D8973E8}"/>
              </a:ext>
            </a:extLst>
          </p:cNvPr>
          <p:cNvSpPr>
            <a:spLocks noChangeArrowheads="1"/>
          </p:cNvSpPr>
          <p:nvPr/>
        </p:nvSpPr>
        <p:spPr bwMode="auto">
          <a:xfrm>
            <a:off x="335359" y="1209770"/>
            <a:ext cx="11524299"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l-GR" altLang="el-GR" b="1" dirty="0">
                <a:solidFill>
                  <a:srgbClr val="FFC00D"/>
                </a:solidFill>
                <a:latin typeface="Arial" panose="020B0604020202020204" pitchFamily="34" charset="0"/>
                <a:cs typeface="Arial" panose="020B0604020202020204" pitchFamily="34" charset="0"/>
              </a:rPr>
              <a:t>Η συνάρτηση εποχικότητας S με περίοδο 9 μπορεί να αναλυθεί σε φάση 1-3: Ανοδική (κορύφωση στη θέση 3: 188,99), φάση 4-7:   Καθοδική (χαμηλότερη τιμή στη θέση 7: 159,66) αλλά και σε φάση 8-9: Μικρή ανάκαμψη και σταθεροποίηση. Ουσιαστικά το πως κυμαίνεται το p σε βάθος 9 βδομάδων.</a:t>
            </a:r>
          </a:p>
        </p:txBody>
      </p:sp>
      <p:graphicFrame>
        <p:nvGraphicFramePr>
          <p:cNvPr id="5" name="Chart 4">
            <a:extLst>
              <a:ext uri="{FF2B5EF4-FFF2-40B4-BE49-F238E27FC236}">
                <a16:creationId xmlns:a16="http://schemas.microsoft.com/office/drawing/2014/main" id="{A8974D1A-AE8D-4D20-90FD-05F8AE6DC4D7}"/>
              </a:ext>
            </a:extLst>
          </p:cNvPr>
          <p:cNvGraphicFramePr>
            <a:graphicFrameLocks/>
          </p:cNvGraphicFramePr>
          <p:nvPr>
            <p:extLst>
              <p:ext uri="{D42A27DB-BD31-4B8C-83A1-F6EECF244321}">
                <p14:modId xmlns:p14="http://schemas.microsoft.com/office/powerpoint/2010/main" val="3998871347"/>
              </p:ext>
            </p:extLst>
          </p:nvPr>
        </p:nvGraphicFramePr>
        <p:xfrm>
          <a:off x="479376" y="2510241"/>
          <a:ext cx="11161240" cy="423547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35532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E87E0-E036-4040-EA2B-6D0CED903EEB}"/>
              </a:ext>
            </a:extLst>
          </p:cNvPr>
          <p:cNvSpPr txBox="1"/>
          <p:nvPr/>
        </p:nvSpPr>
        <p:spPr>
          <a:xfrm>
            <a:off x="335361" y="251937"/>
            <a:ext cx="11521279"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Χρονοσειρά στοχαστικότητας</a:t>
            </a:r>
          </a:p>
        </p:txBody>
      </p:sp>
      <p:sp>
        <p:nvSpPr>
          <p:cNvPr id="3" name="TextBox 2">
            <a:extLst>
              <a:ext uri="{FF2B5EF4-FFF2-40B4-BE49-F238E27FC236}">
                <a16:creationId xmlns:a16="http://schemas.microsoft.com/office/drawing/2014/main" id="{192A3A2F-F5C1-8813-25AE-3E262B7D01E4}"/>
              </a:ext>
            </a:extLst>
          </p:cNvPr>
          <p:cNvSpPr txBox="1"/>
          <p:nvPr/>
        </p:nvSpPr>
        <p:spPr>
          <a:xfrm>
            <a:off x="335361" y="1268760"/>
            <a:ext cx="3600400" cy="2118529"/>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Η στοχαστικότητα μας δίνει τις τιμές που δεν μπορούμε να εξηγήσουμε μέσω της εποχικότητας και της τάσης. Είναι θόρυβος (τα υπόλοιπα).</a:t>
            </a:r>
          </a:p>
        </p:txBody>
      </p:sp>
      <p:pic>
        <p:nvPicPr>
          <p:cNvPr id="6" name="Picture 5" descr="A graph with blue lines and numbers&#10;&#10;AI-generated content may be incorrect.">
            <a:extLst>
              <a:ext uri="{FF2B5EF4-FFF2-40B4-BE49-F238E27FC236}">
                <a16:creationId xmlns:a16="http://schemas.microsoft.com/office/drawing/2014/main" id="{6A03142C-7109-A671-80E9-4DA3F179E3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61" y="1268760"/>
            <a:ext cx="7920878" cy="504056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232052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EA83E-D797-4931-6BCB-409F33732A7E}"/>
              </a:ext>
            </a:extLst>
          </p:cNvPr>
          <p:cNvSpPr txBox="1"/>
          <p:nvPr/>
        </p:nvSpPr>
        <p:spPr>
          <a:xfrm>
            <a:off x="335360" y="251937"/>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Πρώτες διαφορές αρχικής χρονοσειράς</a:t>
            </a:r>
          </a:p>
        </p:txBody>
      </p:sp>
      <p:pic>
        <p:nvPicPr>
          <p:cNvPr id="3" name="Picture 4" descr="A graph with blue lines&#10;&#10;AI-generated content may be incorrect.">
            <a:extLst>
              <a:ext uri="{FF2B5EF4-FFF2-40B4-BE49-F238E27FC236}">
                <a16:creationId xmlns:a16="http://schemas.microsoft.com/office/drawing/2014/main" id="{0AC3FD75-6CF8-7F37-5EF3-3AFEA1F424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360" y="1268760"/>
            <a:ext cx="7920880" cy="504056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
        <p:nvSpPr>
          <p:cNvPr id="4" name="TextBox 3">
            <a:extLst>
              <a:ext uri="{FF2B5EF4-FFF2-40B4-BE49-F238E27FC236}">
                <a16:creationId xmlns:a16="http://schemas.microsoft.com/office/drawing/2014/main" id="{4EC91EBE-DD74-EE7D-56A8-A760FF03AA3A}"/>
              </a:ext>
            </a:extLst>
          </p:cNvPr>
          <p:cNvSpPr txBox="1"/>
          <p:nvPr/>
        </p:nvSpPr>
        <p:spPr>
          <a:xfrm>
            <a:off x="8256240" y="1268760"/>
            <a:ext cx="3600400" cy="2949525"/>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Οι πρώτες διαφορές δείχνουν το μέγεθος της αλλαγής από τη μια βδομάδα στην άλλη. Χρησιμεύουν στην εξομάλυνση διαφόρων ανωμαλιών/συναισθηματικών εκρήξεων.</a:t>
            </a:r>
          </a:p>
        </p:txBody>
      </p:sp>
    </p:spTree>
    <p:extLst>
      <p:ext uri="{BB962C8B-B14F-4D97-AF65-F5344CB8AC3E}">
        <p14:creationId xmlns:p14="http://schemas.microsoft.com/office/powerpoint/2010/main" val="2622607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241DC-9A3A-3EEF-0C33-B73FDCF5EB1B}"/>
              </a:ext>
            </a:extLst>
          </p:cNvPr>
          <p:cNvSpPr txBox="1"/>
          <p:nvPr/>
        </p:nvSpPr>
        <p:spPr>
          <a:xfrm>
            <a:off x="335360" y="251937"/>
            <a:ext cx="11521279"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Έλεγχος στασιμότητας χρονοσειράς</a:t>
            </a:r>
          </a:p>
        </p:txBody>
      </p:sp>
      <p:pic>
        <p:nvPicPr>
          <p:cNvPr id="3" name="Picture 4" descr="A black text on a white background&#10;&#10;AI-generated content may be incorrect.">
            <a:extLst>
              <a:ext uri="{FF2B5EF4-FFF2-40B4-BE49-F238E27FC236}">
                <a16:creationId xmlns:a16="http://schemas.microsoft.com/office/drawing/2014/main" id="{D55A676A-E3B4-68F4-D96F-0130FC1B93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60" y="5157192"/>
            <a:ext cx="7920880" cy="115212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pic>
        <p:nvPicPr>
          <p:cNvPr id="4" name="Picture 6" descr="A graph with orange and blue lines&#10;&#10;AI-generated content may be incorrect.">
            <a:extLst>
              <a:ext uri="{FF2B5EF4-FFF2-40B4-BE49-F238E27FC236}">
                <a16:creationId xmlns:a16="http://schemas.microsoft.com/office/drawing/2014/main" id="{13597E2A-B5AB-14AA-39F2-608FB154F8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5760" y="1268759"/>
            <a:ext cx="7920880" cy="3888433"/>
          </a:xfrm>
          <a:prstGeom prst="rect">
            <a:avLst/>
          </a:prstGeom>
          <a:solidFill>
            <a:srgbClr val="FFFFFF">
              <a:shade val="85000"/>
            </a:srgbClr>
          </a:solidFill>
          <a:ln w="88900" cap="sq">
            <a:noFill/>
            <a:miter lim="800000"/>
          </a:ln>
          <a:effectLst/>
        </p:spPr>
      </p:pic>
      <p:sp>
        <p:nvSpPr>
          <p:cNvPr id="5" name="TextBox 4">
            <a:extLst>
              <a:ext uri="{FF2B5EF4-FFF2-40B4-BE49-F238E27FC236}">
                <a16:creationId xmlns:a16="http://schemas.microsoft.com/office/drawing/2014/main" id="{8ABB4D2B-31AD-0501-87A7-31A8284627B9}"/>
              </a:ext>
            </a:extLst>
          </p:cNvPr>
          <p:cNvSpPr txBox="1"/>
          <p:nvPr/>
        </p:nvSpPr>
        <p:spPr>
          <a:xfrm>
            <a:off x="335360" y="1268760"/>
            <a:ext cx="3600400" cy="4196020"/>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Μέσω τη </a:t>
            </a:r>
            <a:r>
              <a:rPr lang="el-GR" b="1" dirty="0" err="1">
                <a:solidFill>
                  <a:srgbClr val="FFC00D"/>
                </a:solidFill>
                <a:latin typeface="Arial" panose="020B0604020202020204" pitchFamily="34" charset="0"/>
                <a:cs typeface="Arial" panose="020B0604020202020204" pitchFamily="34" charset="0"/>
              </a:rPr>
              <a:t>διχοτόμιση</a:t>
            </a:r>
            <a:r>
              <a:rPr lang="el-GR" b="1" dirty="0">
                <a:solidFill>
                  <a:srgbClr val="FFC00D"/>
                </a:solidFill>
                <a:latin typeface="Arial" panose="020B0604020202020204" pitchFamily="34" charset="0"/>
                <a:cs typeface="Arial" panose="020B0604020202020204" pitchFamily="34" charset="0"/>
              </a:rPr>
              <a:t> της σειράς σε 2 κομμάτια, και τη σύγκριση των μ.ο μπορώ να διαπιστώσω άμα είναι στάσιμη ή όχι. Στη προκειμένη περίπτωση, επειδή οι μ.ο των 2 κομματιών διαφέρουν κατά 76,3% &gt;15%, η σειρά δεν είναι στάσιμη (δεν έχει σταθερή διακύμανση τιμών).</a:t>
            </a:r>
          </a:p>
        </p:txBody>
      </p:sp>
    </p:spTree>
    <p:extLst>
      <p:ext uri="{BB962C8B-B14F-4D97-AF65-F5344CB8AC3E}">
        <p14:creationId xmlns:p14="http://schemas.microsoft.com/office/powerpoint/2010/main" val="3314828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D7AAF1-63A0-02EA-C419-85F4D912B4B0}"/>
              </a:ext>
            </a:extLst>
          </p:cNvPr>
          <p:cNvSpPr txBox="1"/>
          <p:nvPr/>
        </p:nvSpPr>
        <p:spPr>
          <a:xfrm>
            <a:off x="335360" y="260648"/>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Ποσοστιαία κατανομή συχνοτήτων πρώτων διαφορών.</a:t>
            </a:r>
          </a:p>
        </p:txBody>
      </p:sp>
      <p:pic>
        <p:nvPicPr>
          <p:cNvPr id="3" name="Picture 4" descr="A table with numbers and a few words&#10;&#10;AI-generated content may be incorrect.">
            <a:extLst>
              <a:ext uri="{FF2B5EF4-FFF2-40B4-BE49-F238E27FC236}">
                <a16:creationId xmlns:a16="http://schemas.microsoft.com/office/drawing/2014/main" id="{BC6E2EFA-61C5-5A85-3CFC-57CA85C8AA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59" y="1268760"/>
            <a:ext cx="7920881" cy="1656184"/>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
        <p:nvSpPr>
          <p:cNvPr id="4" name="TextBox 3">
            <a:extLst>
              <a:ext uri="{FF2B5EF4-FFF2-40B4-BE49-F238E27FC236}">
                <a16:creationId xmlns:a16="http://schemas.microsoft.com/office/drawing/2014/main" id="{FA438D13-1096-9267-AEC1-FB1B1A07F472}"/>
              </a:ext>
            </a:extLst>
          </p:cNvPr>
          <p:cNvSpPr txBox="1"/>
          <p:nvPr/>
        </p:nvSpPr>
        <p:spPr>
          <a:xfrm>
            <a:off x="335360" y="1268760"/>
            <a:ext cx="3600399" cy="3780522"/>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Μας δείχνει τη κατανομή των μεταβολών Δp της τιμής του χρυσού. Κατά γενική ομολογία, υπήρξαν κατά βάση μικρομεσαίες μεταβολές, κυρίως από -5 έως 0 και από 0 έως 5. Μικρές διακυμάνσεις των πρώτων διαφορών παρατηρούνται.</a:t>
            </a:r>
          </a:p>
        </p:txBody>
      </p:sp>
      <p:pic>
        <p:nvPicPr>
          <p:cNvPr id="5" name="Picture 10" descr="A graph with blue bars&#10;&#10;AI-generated content may be incorrect.">
            <a:extLst>
              <a:ext uri="{FF2B5EF4-FFF2-40B4-BE49-F238E27FC236}">
                <a16:creationId xmlns:a16="http://schemas.microsoft.com/office/drawing/2014/main" id="{8BA8A617-4319-4E38-768F-D5250897F4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5759" y="2924944"/>
            <a:ext cx="7920881" cy="3384375"/>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1402750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09A755-8C4D-3C77-94FC-FEAE1AF0B95A}"/>
              </a:ext>
            </a:extLst>
          </p:cNvPr>
          <p:cNvSpPr txBox="1"/>
          <p:nvPr/>
        </p:nvSpPr>
        <p:spPr>
          <a:xfrm>
            <a:off x="335360" y="251937"/>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Απόκλιση κατανομής και διάστημα εμπιστοσύνης για 5%.</a:t>
            </a:r>
          </a:p>
        </p:txBody>
      </p:sp>
      <p:sp>
        <p:nvSpPr>
          <p:cNvPr id="3" name="TextBox 2">
            <a:extLst>
              <a:ext uri="{FF2B5EF4-FFF2-40B4-BE49-F238E27FC236}">
                <a16:creationId xmlns:a16="http://schemas.microsoft.com/office/drawing/2014/main" id="{AEB61D94-F16A-2744-124F-2CC4FFFA1270}"/>
              </a:ext>
            </a:extLst>
          </p:cNvPr>
          <p:cNvSpPr txBox="1"/>
          <p:nvPr/>
        </p:nvSpPr>
        <p:spPr>
          <a:xfrm>
            <a:off x="335360" y="5157192"/>
            <a:ext cx="11521280" cy="872034"/>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Περίπου 95% των βδομάδων, οι μεταβολές κυμαίνονται μεταξύ -3.89% και +4.31%, με ακραία 5% συμπεριφορά: &lt; -3.88 ή &gt; 4.31.</a:t>
            </a:r>
          </a:p>
        </p:txBody>
      </p:sp>
      <p:pic>
        <p:nvPicPr>
          <p:cNvPr id="4" name="Picture 3" descr="A table with a number of rectangular objects&#10;&#10;AI-generated content may be incorrect.">
            <a:extLst>
              <a:ext uri="{FF2B5EF4-FFF2-40B4-BE49-F238E27FC236}">
                <a16:creationId xmlns:a16="http://schemas.microsoft.com/office/drawing/2014/main" id="{3DDC544F-54C2-F4EC-3B12-597CF6C8B9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6160" y="1268761"/>
            <a:ext cx="4320480" cy="3600399"/>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pic>
        <p:nvPicPr>
          <p:cNvPr id="5" name="Picture 6" descr="A graph with blue lines&#10;&#10;AI-generated content may be incorrect.">
            <a:extLst>
              <a:ext uri="{FF2B5EF4-FFF2-40B4-BE49-F238E27FC236}">
                <a16:creationId xmlns:a16="http://schemas.microsoft.com/office/drawing/2014/main" id="{B6F87D48-7FB0-275D-4FF6-E19112AEF8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5360" y="1268761"/>
            <a:ext cx="7200800" cy="3600399"/>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3814016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B187B3-C1A8-C1A1-0482-3FC5012B9173}"/>
              </a:ext>
            </a:extLst>
          </p:cNvPr>
          <p:cNvSpPr txBox="1"/>
          <p:nvPr/>
        </p:nvSpPr>
        <p:spPr>
          <a:xfrm>
            <a:off x="5375920" y="476672"/>
            <a:ext cx="5760640" cy="1077218"/>
          </a:xfrm>
          <a:prstGeom prst="rect">
            <a:avLst/>
          </a:prstGeom>
          <a:noFill/>
        </p:spPr>
        <p:txBody>
          <a:bodyPr wrap="square">
            <a:spAutoFit/>
          </a:bodyPr>
          <a:lstStyle/>
          <a:p>
            <a:pPr algn="ctr"/>
            <a:r>
              <a:rPr lang="el-GR" sz="3200" b="1" dirty="0">
                <a:solidFill>
                  <a:srgbClr val="9A7200"/>
                </a:solidFill>
                <a:latin typeface="Arial" panose="020B0604020202020204" pitchFamily="34" charset="0"/>
                <a:cs typeface="Arial" panose="020B0604020202020204" pitchFamily="34" charset="0"/>
              </a:rPr>
              <a:t>Ιστορικής Τιμής σε Κίνδυνο </a:t>
            </a:r>
            <a:r>
              <a:rPr lang="el-GR" sz="3200" b="1" dirty="0" err="1">
                <a:solidFill>
                  <a:srgbClr val="9A7200"/>
                </a:solidFill>
                <a:latin typeface="Arial" panose="020B0604020202020204" pitchFamily="34" charset="0"/>
                <a:cs typeface="Arial" panose="020B0604020202020204" pitchFamily="34" charset="0"/>
              </a:rPr>
              <a:t>Value</a:t>
            </a:r>
            <a:r>
              <a:rPr lang="el-GR" sz="3200" b="1" dirty="0">
                <a:solidFill>
                  <a:srgbClr val="9A7200"/>
                </a:solidFill>
                <a:latin typeface="Arial" panose="020B0604020202020204" pitchFamily="34" charset="0"/>
                <a:cs typeface="Arial" panose="020B0604020202020204" pitchFamily="34" charset="0"/>
              </a:rPr>
              <a:t> </a:t>
            </a:r>
            <a:r>
              <a:rPr lang="el-GR" sz="3200" b="1" dirty="0" err="1">
                <a:solidFill>
                  <a:srgbClr val="9A7200"/>
                </a:solidFill>
                <a:latin typeface="Arial" panose="020B0604020202020204" pitchFamily="34" charset="0"/>
                <a:cs typeface="Arial" panose="020B0604020202020204" pitchFamily="34" charset="0"/>
              </a:rPr>
              <a:t>at</a:t>
            </a:r>
            <a:r>
              <a:rPr lang="el-GR" sz="3200" b="1" dirty="0">
                <a:solidFill>
                  <a:srgbClr val="9A7200"/>
                </a:solidFill>
                <a:latin typeface="Arial" panose="020B0604020202020204" pitchFamily="34" charset="0"/>
                <a:cs typeface="Arial" panose="020B0604020202020204" pitchFamily="34" charset="0"/>
              </a:rPr>
              <a:t> </a:t>
            </a:r>
            <a:r>
              <a:rPr lang="el-GR" sz="3200" b="1" dirty="0" err="1">
                <a:solidFill>
                  <a:srgbClr val="9A7200"/>
                </a:solidFill>
                <a:latin typeface="Arial" panose="020B0604020202020204" pitchFamily="34" charset="0"/>
                <a:cs typeface="Arial" panose="020B0604020202020204" pitchFamily="34" charset="0"/>
              </a:rPr>
              <a:t>Risk</a:t>
            </a:r>
            <a:r>
              <a:rPr lang="el-GR" sz="3200" b="1" dirty="0">
                <a:solidFill>
                  <a:srgbClr val="9A7200"/>
                </a:solidFill>
                <a:latin typeface="Arial" panose="020B0604020202020204" pitchFamily="34" charset="0"/>
                <a:cs typeface="Arial" panose="020B0604020202020204" pitchFamily="34" charset="0"/>
              </a:rPr>
              <a:t> - </a:t>
            </a:r>
            <a:r>
              <a:rPr lang="el-GR" sz="3200" b="1" dirty="0" err="1">
                <a:solidFill>
                  <a:srgbClr val="9A7200"/>
                </a:solidFill>
                <a:latin typeface="Arial" panose="020B0604020202020204" pitchFamily="34" charset="0"/>
                <a:cs typeface="Arial" panose="020B0604020202020204" pitchFamily="34" charset="0"/>
              </a:rPr>
              <a:t>VaR</a:t>
            </a:r>
            <a:r>
              <a:rPr lang="el-GR" sz="3200" b="1" dirty="0">
                <a:solidFill>
                  <a:srgbClr val="9A7200"/>
                </a:solidFill>
                <a:latin typeface="Arial" panose="020B0604020202020204" pitchFamily="34" charset="0"/>
                <a:cs typeface="Arial" panose="020B0604020202020204" pitchFamily="34" charset="0"/>
              </a:rPr>
              <a:t>.</a:t>
            </a:r>
          </a:p>
        </p:txBody>
      </p:sp>
      <p:sp>
        <p:nvSpPr>
          <p:cNvPr id="5" name="TextBox 4">
            <a:extLst>
              <a:ext uri="{FF2B5EF4-FFF2-40B4-BE49-F238E27FC236}">
                <a16:creationId xmlns:a16="http://schemas.microsoft.com/office/drawing/2014/main" id="{339DCEE1-B20E-C34D-C3B8-FA3E65E00AF6}"/>
              </a:ext>
            </a:extLst>
          </p:cNvPr>
          <p:cNvSpPr txBox="1"/>
          <p:nvPr/>
        </p:nvSpPr>
        <p:spPr>
          <a:xfrm>
            <a:off x="5303912" y="2780928"/>
            <a:ext cx="4572000" cy="2118529"/>
          </a:xfrm>
          <a:prstGeom prst="rect">
            <a:avLst/>
          </a:prstGeom>
          <a:noFill/>
        </p:spPr>
        <p:txBody>
          <a:bodyPr wrap="square">
            <a:spAutoFit/>
          </a:bodyPr>
          <a:lstStyle/>
          <a:p>
            <a:pPr>
              <a:lnSpc>
                <a:spcPct val="150000"/>
              </a:lnSpc>
            </a:pPr>
            <a:r>
              <a:rPr lang="el-GR" b="1" dirty="0">
                <a:solidFill>
                  <a:srgbClr val="9A7200"/>
                </a:solidFill>
                <a:latin typeface="Arial" panose="020B0604020202020204" pitchFamily="34" charset="0"/>
                <a:cs typeface="Arial" panose="020B0604020202020204" pitchFamily="34" charset="0"/>
              </a:rPr>
              <a:t>Το </a:t>
            </a:r>
            <a:r>
              <a:rPr lang="el-GR" b="1" dirty="0" err="1">
                <a:solidFill>
                  <a:srgbClr val="9A7200"/>
                </a:solidFill>
                <a:latin typeface="Arial" panose="020B0604020202020204" pitchFamily="34" charset="0"/>
                <a:cs typeface="Arial" panose="020B0604020202020204" pitchFamily="34" charset="0"/>
              </a:rPr>
              <a:t>value</a:t>
            </a:r>
            <a:r>
              <a:rPr lang="el-GR" b="1" dirty="0">
                <a:solidFill>
                  <a:srgbClr val="9A7200"/>
                </a:solidFill>
                <a:latin typeface="Arial" panose="020B0604020202020204" pitchFamily="34" charset="0"/>
                <a:cs typeface="Arial" panose="020B0604020202020204" pitchFamily="34" charset="0"/>
              </a:rPr>
              <a:t> </a:t>
            </a:r>
            <a:r>
              <a:rPr lang="el-GR" b="1" dirty="0" err="1">
                <a:solidFill>
                  <a:srgbClr val="9A7200"/>
                </a:solidFill>
                <a:latin typeface="Arial" panose="020B0604020202020204" pitchFamily="34" charset="0"/>
                <a:cs typeface="Arial" panose="020B0604020202020204" pitchFamily="34" charset="0"/>
              </a:rPr>
              <a:t>at</a:t>
            </a:r>
            <a:r>
              <a:rPr lang="el-GR" b="1" dirty="0">
                <a:solidFill>
                  <a:srgbClr val="9A7200"/>
                </a:solidFill>
                <a:latin typeface="Arial" panose="020B0604020202020204" pitchFamily="34" charset="0"/>
                <a:cs typeface="Arial" panose="020B0604020202020204" pitchFamily="34" charset="0"/>
              </a:rPr>
              <a:t> </a:t>
            </a:r>
            <a:r>
              <a:rPr lang="el-GR" b="1" dirty="0" err="1">
                <a:solidFill>
                  <a:srgbClr val="9A7200"/>
                </a:solidFill>
                <a:latin typeface="Arial" panose="020B0604020202020204" pitchFamily="34" charset="0"/>
                <a:cs typeface="Arial" panose="020B0604020202020204" pitchFamily="34" charset="0"/>
              </a:rPr>
              <a:t>risk</a:t>
            </a:r>
            <a:r>
              <a:rPr lang="el-GR" b="1" dirty="0">
                <a:solidFill>
                  <a:srgbClr val="9A7200"/>
                </a:solidFill>
                <a:latin typeface="Arial" panose="020B0604020202020204" pitchFamily="34" charset="0"/>
                <a:cs typeface="Arial" panose="020B0604020202020204" pitchFamily="34" charset="0"/>
              </a:rPr>
              <a:t> παίρνει τιμές &lt;-3,88 &amp;&amp; &gt;4,31, που είναι ακραία συμπεριφορά και 5% πιθανό (αθροιστικά) να συμβεί, είτε στο θετικό είτε στο αρνητικό διάστημα.</a:t>
            </a:r>
          </a:p>
        </p:txBody>
      </p:sp>
      <p:pic>
        <p:nvPicPr>
          <p:cNvPr id="4" name="Picture 3">
            <a:extLst>
              <a:ext uri="{FF2B5EF4-FFF2-40B4-BE49-F238E27FC236}">
                <a16:creationId xmlns:a16="http://schemas.microsoft.com/office/drawing/2014/main" id="{2E8F057F-7C57-03AA-8853-2DFF0E7CA7C9}"/>
              </a:ext>
            </a:extLst>
          </p:cNvPr>
          <p:cNvPicPr>
            <a:picLocks noChangeAspect="1"/>
          </p:cNvPicPr>
          <p:nvPr/>
        </p:nvPicPr>
        <p:blipFill>
          <a:blip r:embed="rId3"/>
          <a:srcRect t="3226" b="16129"/>
          <a:stretch/>
        </p:blipFill>
        <p:spPr>
          <a:xfrm>
            <a:off x="6528048" y="4581128"/>
            <a:ext cx="5616624" cy="1800200"/>
          </a:xfrm>
          <a:prstGeom prst="rect">
            <a:avLst/>
          </a:prstGeom>
        </p:spPr>
      </p:pic>
    </p:spTree>
    <p:extLst>
      <p:ext uri="{BB962C8B-B14F-4D97-AF65-F5344CB8AC3E}">
        <p14:creationId xmlns:p14="http://schemas.microsoft.com/office/powerpoint/2010/main" val="3130021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DDAA07-F6BB-7EE8-A839-69E0AB951143}"/>
              </a:ext>
            </a:extLst>
          </p:cNvPr>
          <p:cNvSpPr txBox="1"/>
          <p:nvPr/>
        </p:nvSpPr>
        <p:spPr>
          <a:xfrm>
            <a:off x="335360" y="251937"/>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Δείκτης Hurst, μακροπρόθεσμη μνήμη</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523DDAE-DE30-20B4-F8A7-B77DE6175D0A}"/>
                  </a:ext>
                </a:extLst>
              </p:cNvPr>
              <p:cNvSpPr txBox="1"/>
              <p:nvPr/>
            </p:nvSpPr>
            <p:spPr>
              <a:xfrm>
                <a:off x="335361" y="1268760"/>
                <a:ext cx="3600400" cy="1559209"/>
              </a:xfrm>
              <a:prstGeom prst="rect">
                <a:avLst/>
              </a:prstGeom>
              <a:noFill/>
            </p:spPr>
            <p:txBody>
              <a:bodyPr wrap="square">
                <a:spAutoFit/>
              </a:bodyPr>
              <a:lstStyle/>
              <a:p>
                <a:pPr>
                  <a:lnSpc>
                    <a:spcPct val="107000"/>
                  </a:lnSpc>
                  <a:spcAft>
                    <a:spcPts val="800"/>
                  </a:spcAft>
                </a:pPr>
                <a:r>
                  <a:rPr lang="el-GR" sz="1800" kern="100" dirty="0">
                    <a:solidFill>
                      <a:srgbClr val="FFC00D"/>
                    </a:solidFill>
                    <a:effectLst/>
                    <a:latin typeface="Arial" panose="020B0604020202020204" pitchFamily="34" charset="0"/>
                    <a:ea typeface="Calibri" panose="020F0502020204030204" pitchFamily="34" charset="0"/>
                    <a:cs typeface="Times New Roman" panose="02020603050405020304" pitchFamily="18" charset="0"/>
                  </a:rPr>
                  <a:t>Εφόσον </a:t>
                </a:r>
                <a14:m>
                  <m:oMath xmlns:m="http://schemas.openxmlformats.org/officeDocument/2006/math">
                    <m:r>
                      <a:rPr lang="el-GR" sz="1800" i="1" kern="100">
                        <a:solidFill>
                          <a:srgbClr val="FFC00D"/>
                        </a:solidFill>
                        <a:effectLst/>
                        <a:latin typeface="Cambria Math" panose="02040503050406030204" pitchFamily="18" charset="0"/>
                        <a:ea typeface="Calibri" panose="020F0502020204030204" pitchFamily="34" charset="0"/>
                        <a:cs typeface="Arial" panose="020B0604020202020204" pitchFamily="34" charset="0"/>
                      </a:rPr>
                      <m:t>𝐻</m:t>
                    </m:r>
                    <m:r>
                      <a:rPr lang="el-GR" sz="1800" i="1" kern="100">
                        <a:solidFill>
                          <a:srgbClr val="FFC00D"/>
                        </a:solidFill>
                        <a:effectLst/>
                        <a:latin typeface="Cambria Math" panose="02040503050406030204" pitchFamily="18" charset="0"/>
                        <a:ea typeface="Calibri" panose="020F0502020204030204" pitchFamily="34" charset="0"/>
                        <a:cs typeface="Arial" panose="020B0604020202020204" pitchFamily="34" charset="0"/>
                      </a:rPr>
                      <m:t>&gt;0.55</m:t>
                    </m:r>
                  </m:oMath>
                </a14:m>
                <a:r>
                  <a:rPr lang="el-GR" sz="1800" kern="100" dirty="0">
                    <a:solidFill>
                      <a:srgbClr val="FFC00D"/>
                    </a:solidFill>
                    <a:effectLst/>
                    <a:latin typeface="Arial" panose="020B0604020202020204" pitchFamily="34" charset="0"/>
                    <a:ea typeface="Times New Roman" panose="02020603050405020304" pitchFamily="18" charset="0"/>
                    <a:cs typeface="Times New Roman" panose="02020603050405020304" pitchFamily="18" charset="0"/>
                  </a:rPr>
                  <a:t> </a:t>
                </a:r>
                <a:r>
                  <a:rPr lang="el-GR" sz="1800" kern="100" dirty="0">
                    <a:solidFill>
                      <a:srgbClr val="FFC00D"/>
                    </a:solidFill>
                    <a:effectLst/>
                    <a:latin typeface="Arial" panose="020B0604020202020204" pitchFamily="34" charset="0"/>
                    <a:ea typeface="Calibri" panose="020F0502020204030204" pitchFamily="34" charset="0"/>
                    <a:cs typeface="Times New Roman" panose="02020603050405020304" pitchFamily="18" charset="0"/>
                  </a:rPr>
                  <a:t>και μάλιστα πολύ κοντά στο 1</a:t>
                </a:r>
                <a:r>
                  <a:rPr lang="en-US" sz="1800" kern="100" dirty="0">
                    <a:solidFill>
                      <a:srgbClr val="FFC00D"/>
                    </a:solidFill>
                    <a:effectLst/>
                    <a:latin typeface="Arial" panose="020B0604020202020204" pitchFamily="34" charset="0"/>
                    <a:ea typeface="Calibri" panose="020F0502020204030204" pitchFamily="34" charset="0"/>
                    <a:cs typeface="Times New Roman" panose="02020603050405020304" pitchFamily="18" charset="0"/>
                  </a:rPr>
                  <a:t> (0,9374)</a:t>
                </a:r>
                <a:r>
                  <a:rPr lang="el-GR" sz="1800" kern="100" dirty="0">
                    <a:solidFill>
                      <a:srgbClr val="FFC00D"/>
                    </a:solidFill>
                    <a:effectLst/>
                    <a:latin typeface="Arial" panose="020B0604020202020204" pitchFamily="34" charset="0"/>
                    <a:ea typeface="Calibri" panose="020F0502020204030204" pitchFamily="34" charset="0"/>
                    <a:cs typeface="Times New Roman" panose="02020603050405020304" pitchFamily="18" charset="0"/>
                  </a:rPr>
                  <a:t>, η </a:t>
                </a:r>
                <a:r>
                  <a:rPr lang="el-GR" sz="1800" kern="100" dirty="0" err="1">
                    <a:solidFill>
                      <a:srgbClr val="FFC00D"/>
                    </a:solidFill>
                    <a:effectLst/>
                    <a:latin typeface="Arial" panose="020B0604020202020204" pitchFamily="34" charset="0"/>
                    <a:ea typeface="Calibri" panose="020F0502020204030204" pitchFamily="34" charset="0"/>
                    <a:cs typeface="Times New Roman" panose="02020603050405020304" pitchFamily="18" charset="0"/>
                  </a:rPr>
                  <a:t>χρονοσειρά</a:t>
                </a:r>
                <a:r>
                  <a:rPr lang="el-GR" sz="1800" kern="100" dirty="0">
                    <a:solidFill>
                      <a:srgbClr val="FFC00D"/>
                    </a:solidFill>
                    <a:effectLst/>
                    <a:latin typeface="Arial" panose="020B0604020202020204" pitchFamily="34" charset="0"/>
                    <a:ea typeface="Calibri" panose="020F0502020204030204" pitchFamily="34" charset="0"/>
                    <a:cs typeface="Times New Roman" panose="02020603050405020304" pitchFamily="18" charset="0"/>
                  </a:rPr>
                  <a:t> παρουσιάζει ισχυρή επιμονή στη πορεία της (στη προκειμένη περίπτωση, ανοδική).</a:t>
                </a:r>
                <a:endParaRPr lang="el-GR" sz="1800" kern="100" dirty="0">
                  <a:solidFill>
                    <a:srgbClr val="FFC00D"/>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8523DDAE-DE30-20B4-F8A7-B77DE6175D0A}"/>
                  </a:ext>
                </a:extLst>
              </p:cNvPr>
              <p:cNvSpPr txBox="1">
                <a:spLocks noRot="1" noChangeAspect="1" noMove="1" noResize="1" noEditPoints="1" noAdjustHandles="1" noChangeArrowheads="1" noChangeShapeType="1" noTextEdit="1"/>
              </p:cNvSpPr>
              <p:nvPr/>
            </p:nvSpPr>
            <p:spPr>
              <a:xfrm>
                <a:off x="335361" y="1268760"/>
                <a:ext cx="3600400" cy="1559209"/>
              </a:xfrm>
              <a:prstGeom prst="rect">
                <a:avLst/>
              </a:prstGeom>
              <a:blipFill>
                <a:blip r:embed="rId3"/>
                <a:stretch>
                  <a:fillRect l="-1354" t="-1953" r="-1354" b="-5078"/>
                </a:stretch>
              </a:blipFill>
            </p:spPr>
            <p:txBody>
              <a:bodyPr/>
              <a:lstStyle/>
              <a:p>
                <a:r>
                  <a:rPr lang="el-GR">
                    <a:noFill/>
                  </a:rPr>
                  <a:t> </a:t>
                </a:r>
              </a:p>
            </p:txBody>
          </p:sp>
        </mc:Fallback>
      </mc:AlternateContent>
      <p:pic>
        <p:nvPicPr>
          <p:cNvPr id="4" name="Picture 5" descr="A graph with a line and dots&#10;&#10;AI-generated content may be incorrect.">
            <a:extLst>
              <a:ext uri="{FF2B5EF4-FFF2-40B4-BE49-F238E27FC236}">
                <a16:creationId xmlns:a16="http://schemas.microsoft.com/office/drawing/2014/main" id="{366648F5-689A-3E34-E5CA-CD779230AD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5761" y="1268760"/>
            <a:ext cx="7920878" cy="504056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2864520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1C8F78-1437-7BFB-A34A-B62F35F80790}"/>
              </a:ext>
            </a:extLst>
          </p:cNvPr>
          <p:cNvSpPr txBox="1"/>
          <p:nvPr/>
        </p:nvSpPr>
        <p:spPr>
          <a:xfrm>
            <a:off x="4871864" y="188641"/>
            <a:ext cx="6984776" cy="1569660"/>
          </a:xfrm>
          <a:prstGeom prst="rect">
            <a:avLst/>
          </a:prstGeom>
          <a:noFill/>
        </p:spPr>
        <p:txBody>
          <a:bodyPr wrap="square">
            <a:spAutoFit/>
          </a:bodyPr>
          <a:lstStyle/>
          <a:p>
            <a:pPr algn="ctr"/>
            <a:r>
              <a:rPr lang="el-GR" sz="3200" b="1" dirty="0">
                <a:solidFill>
                  <a:srgbClr val="9A7200"/>
                </a:solidFill>
                <a:latin typeface="Arial" panose="020B0604020202020204" pitchFamily="34" charset="0"/>
                <a:cs typeface="Arial" panose="020B0604020202020204" pitchFamily="34" charset="0"/>
              </a:rPr>
              <a:t>Συντελεστής αυτοσυσχέτισης της αρχικής χρονοσειράς, και της στοχαστικότητας</a:t>
            </a:r>
          </a:p>
        </p:txBody>
      </p:sp>
      <p:sp>
        <p:nvSpPr>
          <p:cNvPr id="7" name="TextBox 6">
            <a:extLst>
              <a:ext uri="{FF2B5EF4-FFF2-40B4-BE49-F238E27FC236}">
                <a16:creationId xmlns:a16="http://schemas.microsoft.com/office/drawing/2014/main" id="{E961B227-E6CB-1FAA-58AB-916A65E18332}"/>
              </a:ext>
            </a:extLst>
          </p:cNvPr>
          <p:cNvSpPr txBox="1"/>
          <p:nvPr/>
        </p:nvSpPr>
        <p:spPr>
          <a:xfrm>
            <a:off x="4655840" y="3775293"/>
            <a:ext cx="7200800" cy="2534027"/>
          </a:xfrm>
          <a:prstGeom prst="rect">
            <a:avLst/>
          </a:prstGeom>
          <a:noFill/>
        </p:spPr>
        <p:txBody>
          <a:bodyPr wrap="square">
            <a:spAutoFit/>
          </a:bodyPr>
          <a:lstStyle/>
          <a:p>
            <a:pPr>
              <a:lnSpc>
                <a:spcPct val="150000"/>
              </a:lnSpc>
            </a:pPr>
            <a:r>
              <a:rPr lang="el-GR" b="1" dirty="0">
                <a:solidFill>
                  <a:srgbClr val="9A7200"/>
                </a:solidFill>
                <a:latin typeface="Arial" panose="020B0604020202020204" pitchFamily="34" charset="0"/>
                <a:cs typeface="Arial" panose="020B0604020202020204" pitchFamily="34" charset="0"/>
              </a:rPr>
              <a:t>Ο συντελεστής αυτοσυσχέτισης για την αρχική χρονοσειρά μας δείχνει ότι έχουμε καλή συσχέτιση σε σχέση με τη συνάρτηση τάσης (πόσο πιστά είναι τα σημεία στην ευθεία). Υπάρχει πολύ ισχυρή αυτοσυσχέτιση και εξάρτηση μεταξύ των παρατηρήσεων. Όσον αφορά τον συντελεστή αυτοσυσχέτισης πρώτων διαφορών, οι τιμές του είναι ασυσχέτιστες και τυχαίες.</a:t>
            </a:r>
          </a:p>
        </p:txBody>
      </p:sp>
      <p:pic>
        <p:nvPicPr>
          <p:cNvPr id="8" name="Picture 4" descr="A black and white text&#10;&#10;AI-generated content may be incorrect.">
            <a:extLst>
              <a:ext uri="{FF2B5EF4-FFF2-40B4-BE49-F238E27FC236}">
                <a16:creationId xmlns:a16="http://schemas.microsoft.com/office/drawing/2014/main" id="{7869BAD1-E4E5-9D4F-DAB5-ED5C76F2F0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372" y="1988840"/>
            <a:ext cx="5890196" cy="1728191"/>
          </a:xfrm>
          <a:prstGeom prst="rect">
            <a:avLst/>
          </a:prstGeom>
        </p:spPr>
      </p:pic>
      <p:graphicFrame>
        <p:nvGraphicFramePr>
          <p:cNvPr id="9" name="Πίνακας 8">
            <a:extLst>
              <a:ext uri="{FF2B5EF4-FFF2-40B4-BE49-F238E27FC236}">
                <a16:creationId xmlns:a16="http://schemas.microsoft.com/office/drawing/2014/main" id="{088F96C8-3B29-9327-3B97-BC83034715B4}"/>
              </a:ext>
            </a:extLst>
          </p:cNvPr>
          <p:cNvGraphicFramePr>
            <a:graphicFrameLocks noGrp="1"/>
          </p:cNvGraphicFramePr>
          <p:nvPr>
            <p:extLst>
              <p:ext uri="{D42A27DB-BD31-4B8C-83A1-F6EECF244321}">
                <p14:modId xmlns:p14="http://schemas.microsoft.com/office/powerpoint/2010/main" val="3286083649"/>
              </p:ext>
            </p:extLst>
          </p:nvPr>
        </p:nvGraphicFramePr>
        <p:xfrm>
          <a:off x="1540390" y="6478635"/>
          <a:ext cx="613426" cy="365760"/>
        </p:xfrm>
        <a:graphic>
          <a:graphicData uri="http://schemas.openxmlformats.org/drawingml/2006/table">
            <a:tbl>
              <a:tblPr firstRow="1" bandRow="1">
                <a:tableStyleId>{5C22544A-7EE6-4342-B048-85BDC9FD1C3A}</a:tableStyleId>
              </a:tblPr>
              <a:tblGrid>
                <a:gridCol w="613426">
                  <a:extLst>
                    <a:ext uri="{9D8B030D-6E8A-4147-A177-3AD203B41FA5}">
                      <a16:colId xmlns:a16="http://schemas.microsoft.com/office/drawing/2014/main" val="1838968752"/>
                    </a:ext>
                  </a:extLst>
                </a:gridCol>
              </a:tblGrid>
              <a:tr h="280187">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1763786835"/>
                  </a:ext>
                </a:extLst>
              </a:tr>
            </a:tbl>
          </a:graphicData>
        </a:graphic>
      </p:graphicFrame>
      <p:graphicFrame>
        <p:nvGraphicFramePr>
          <p:cNvPr id="10" name="Πίνακας 9">
            <a:extLst>
              <a:ext uri="{FF2B5EF4-FFF2-40B4-BE49-F238E27FC236}">
                <a16:creationId xmlns:a16="http://schemas.microsoft.com/office/drawing/2014/main" id="{00D86AC5-6F69-0F60-E883-40AEA09C29DD}"/>
              </a:ext>
            </a:extLst>
          </p:cNvPr>
          <p:cNvGraphicFramePr>
            <a:graphicFrameLocks noGrp="1"/>
          </p:cNvGraphicFramePr>
          <p:nvPr>
            <p:extLst>
              <p:ext uri="{D42A27DB-BD31-4B8C-83A1-F6EECF244321}">
                <p14:modId xmlns:p14="http://schemas.microsoft.com/office/powerpoint/2010/main" val="3188528058"/>
              </p:ext>
            </p:extLst>
          </p:nvPr>
        </p:nvGraphicFramePr>
        <p:xfrm>
          <a:off x="2378578" y="6446754"/>
          <a:ext cx="613426" cy="370840"/>
        </p:xfrm>
        <a:graphic>
          <a:graphicData uri="http://schemas.openxmlformats.org/drawingml/2006/table">
            <a:tbl>
              <a:tblPr firstRow="1" bandRow="1">
                <a:tableStyleId>{5C22544A-7EE6-4342-B048-85BDC9FD1C3A}</a:tableStyleId>
              </a:tblPr>
              <a:tblGrid>
                <a:gridCol w="613426">
                  <a:extLst>
                    <a:ext uri="{9D8B030D-6E8A-4147-A177-3AD203B41FA5}">
                      <a16:colId xmlns:a16="http://schemas.microsoft.com/office/drawing/2014/main" val="13750951"/>
                    </a:ext>
                  </a:extLst>
                </a:gridCol>
              </a:tblGrid>
              <a:tr h="37084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1771494027"/>
                  </a:ext>
                </a:extLst>
              </a:tr>
            </a:tbl>
          </a:graphicData>
        </a:graphic>
      </p:graphicFrame>
    </p:spTree>
    <p:extLst>
      <p:ext uri="{BB962C8B-B14F-4D97-AF65-F5344CB8AC3E}">
        <p14:creationId xmlns:p14="http://schemas.microsoft.com/office/powerpoint/2010/main" val="1426991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1FD809-DD79-034B-DFAF-A08CFE7B2EF8}"/>
              </a:ext>
            </a:extLst>
          </p:cNvPr>
          <p:cNvSpPr txBox="1"/>
          <p:nvPr/>
        </p:nvSpPr>
        <p:spPr>
          <a:xfrm>
            <a:off x="335360" y="251937"/>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Διάγραμμα Χ</a:t>
            </a:r>
            <a:r>
              <a:rPr lang="en-US" sz="3200" b="1" dirty="0">
                <a:solidFill>
                  <a:srgbClr val="FFC00D"/>
                </a:solidFill>
                <a:latin typeface="Arial" panose="020B0604020202020204" pitchFamily="34" charset="0"/>
                <a:cs typeface="Arial" panose="020B0604020202020204" pitchFamily="34" charset="0"/>
              </a:rPr>
              <a:t>n+1 – </a:t>
            </a:r>
            <a:r>
              <a:rPr lang="el-GR" sz="3200" b="1" dirty="0">
                <a:solidFill>
                  <a:srgbClr val="FFC00D"/>
                </a:solidFill>
                <a:latin typeface="Arial" panose="020B0604020202020204" pitchFamily="34" charset="0"/>
                <a:cs typeface="Arial" panose="020B0604020202020204" pitchFamily="34" charset="0"/>
              </a:rPr>
              <a:t>Χ</a:t>
            </a:r>
            <a:r>
              <a:rPr lang="en-US" sz="3200" b="1" dirty="0">
                <a:solidFill>
                  <a:srgbClr val="FFC00D"/>
                </a:solidFill>
                <a:latin typeface="Arial" panose="020B0604020202020204" pitchFamily="34" charset="0"/>
                <a:cs typeface="Arial" panose="020B0604020202020204" pitchFamily="34" charset="0"/>
              </a:rPr>
              <a:t>n </a:t>
            </a:r>
            <a:r>
              <a:rPr lang="el-GR" sz="3200" b="1" dirty="0">
                <a:solidFill>
                  <a:srgbClr val="FFC00D"/>
                </a:solidFill>
                <a:latin typeface="Arial" panose="020B0604020202020204" pitchFamily="34" charset="0"/>
                <a:cs typeface="Arial" panose="020B0604020202020204" pitchFamily="34" charset="0"/>
              </a:rPr>
              <a:t>χρονοσειράς στοχαστικότητας</a:t>
            </a:r>
          </a:p>
        </p:txBody>
      </p:sp>
      <p:sp>
        <p:nvSpPr>
          <p:cNvPr id="3" name="TextBox 2">
            <a:extLst>
              <a:ext uri="{FF2B5EF4-FFF2-40B4-BE49-F238E27FC236}">
                <a16:creationId xmlns:a16="http://schemas.microsoft.com/office/drawing/2014/main" id="{2CFB1A4D-A846-C7F3-5BA2-B8DC35ABE8E0}"/>
              </a:ext>
            </a:extLst>
          </p:cNvPr>
          <p:cNvSpPr txBox="1"/>
          <p:nvPr/>
        </p:nvSpPr>
        <p:spPr>
          <a:xfrm>
            <a:off x="335361" y="1288112"/>
            <a:ext cx="3600399" cy="3365024"/>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Το Ε δείχνει υψηλή μεταβλητότητα/σπανιότητα μεγάλων κινήσεων. Δεν εμφανίζεται προφανής ανοδική ή πτωτική τάση στις διαφορές. Ταιριάζει στο χαρακτήρα του Ε. Μας δείχνει ότι η δυναμική του Ε είναι ακανόνιστη και χαοτική.</a:t>
            </a:r>
          </a:p>
        </p:txBody>
      </p:sp>
      <p:pic>
        <p:nvPicPr>
          <p:cNvPr id="4" name="Picture 5" descr="A graph with lines and numbers&#10;&#10;AI-generated content may be incorrect.">
            <a:extLst>
              <a:ext uri="{FF2B5EF4-FFF2-40B4-BE49-F238E27FC236}">
                <a16:creationId xmlns:a16="http://schemas.microsoft.com/office/drawing/2014/main" id="{5BD15DF8-FD64-8AF1-3DEB-5DEA2639E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59" y="1288112"/>
            <a:ext cx="7920879" cy="502120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spTree>
    <p:extLst>
      <p:ext uri="{BB962C8B-B14F-4D97-AF65-F5344CB8AC3E}">
        <p14:creationId xmlns:p14="http://schemas.microsoft.com/office/powerpoint/2010/main" val="1742609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251911-B1EA-F4E3-0F4D-8C4E8EA0C2E2}"/>
              </a:ext>
            </a:extLst>
          </p:cNvPr>
          <p:cNvSpPr txBox="1"/>
          <p:nvPr/>
        </p:nvSpPr>
        <p:spPr>
          <a:xfrm>
            <a:off x="335361" y="260648"/>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Στοχαστικότητα με πρώτες διαφορές (φασικό πορτραίτο).</a:t>
            </a:r>
          </a:p>
        </p:txBody>
      </p:sp>
      <p:sp>
        <p:nvSpPr>
          <p:cNvPr id="3" name="TextBox 2">
            <a:extLst>
              <a:ext uri="{FF2B5EF4-FFF2-40B4-BE49-F238E27FC236}">
                <a16:creationId xmlns:a16="http://schemas.microsoft.com/office/drawing/2014/main" id="{CDBBC2D5-2CED-EC2C-45AF-66EBD43B37D8}"/>
              </a:ext>
            </a:extLst>
          </p:cNvPr>
          <p:cNvSpPr txBox="1"/>
          <p:nvPr/>
        </p:nvSpPr>
        <p:spPr>
          <a:xfrm>
            <a:off x="1055440" y="5301209"/>
            <a:ext cx="10081120" cy="1287532"/>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Το φασικό πορτραίτο μας, είναι πυκνό και με ακανόνιστο σχήμα, οπότε και υποδηλώνει απουσία περιοδικής συμπεριφοράς, μη προβλεπόμενη (χάος). Γενικά δείχνει την δυναμική που κινείται η σειρά (πως κινείται).</a:t>
            </a:r>
          </a:p>
        </p:txBody>
      </p:sp>
      <p:pic>
        <p:nvPicPr>
          <p:cNvPr id="4" name="Picture 4" descr="A graph with blue lines and dots&#10;&#10;AI-generated content may be incorrect.">
            <a:extLst>
              <a:ext uri="{FF2B5EF4-FFF2-40B4-BE49-F238E27FC236}">
                <a16:creationId xmlns:a16="http://schemas.microsoft.com/office/drawing/2014/main" id="{24441A15-3141-5F88-1A34-305CED448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440" y="1268760"/>
            <a:ext cx="10081120" cy="396044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06584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E184B9-0F9C-DE0B-39DF-25366BBCCDAE}"/>
              </a:ext>
            </a:extLst>
          </p:cNvPr>
          <p:cNvSpPr txBox="1"/>
          <p:nvPr/>
        </p:nvSpPr>
        <p:spPr>
          <a:xfrm>
            <a:off x="335360" y="251937"/>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Χρονοσειρά κινητού Μ.Ο. 20 και 50 διαδοχικών βημάτων.</a:t>
            </a:r>
          </a:p>
        </p:txBody>
      </p:sp>
      <p:sp>
        <p:nvSpPr>
          <p:cNvPr id="3" name="TextBox 2">
            <a:extLst>
              <a:ext uri="{FF2B5EF4-FFF2-40B4-BE49-F238E27FC236}">
                <a16:creationId xmlns:a16="http://schemas.microsoft.com/office/drawing/2014/main" id="{E7635F80-7858-6E24-04D6-1F289276ED4E}"/>
              </a:ext>
            </a:extLst>
          </p:cNvPr>
          <p:cNvSpPr txBox="1"/>
          <p:nvPr/>
        </p:nvSpPr>
        <p:spPr>
          <a:xfrm>
            <a:off x="335360" y="980728"/>
            <a:ext cx="11521280" cy="1703030"/>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Ο κινητός μέσος όρος 20 σημείων (βραχυπρόθεσμη πορεία) εξαλείφει βραχυπρόθεσμες απότομες μεταβολές (εξομαλύνει τη γραφική παράσταση του p), και των 50 σημείων σε ακόμη μεγαλύτερο βαθμό (εστιάζει σε μακροπρόθεσμη κατεύθυνση/πορεία). Και στις 2 περιπτώσεις ως επί των πλείστων, είναι μια ανοδική πορεία.</a:t>
            </a:r>
          </a:p>
        </p:txBody>
      </p:sp>
      <p:pic>
        <p:nvPicPr>
          <p:cNvPr id="4" name="Picture 5" descr="A graph with a line&#10;&#10;AI-generated content may be incorrect.">
            <a:extLst>
              <a:ext uri="{FF2B5EF4-FFF2-40B4-BE49-F238E27FC236}">
                <a16:creationId xmlns:a16="http://schemas.microsoft.com/office/drawing/2014/main" id="{3837BFA4-226F-CA1E-F380-B7ED528CA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360" y="2708921"/>
            <a:ext cx="5760640" cy="3600400"/>
          </a:xfrm>
          <a:prstGeom prst="rect">
            <a:avLst/>
          </a:prstGeom>
          <a:ln>
            <a:noFill/>
          </a:ln>
        </p:spPr>
      </p:pic>
      <p:pic>
        <p:nvPicPr>
          <p:cNvPr id="5" name="Picture 7" descr="A graph with a line&#10;&#10;AI-generated content may be incorrect.">
            <a:extLst>
              <a:ext uri="{FF2B5EF4-FFF2-40B4-BE49-F238E27FC236}">
                <a16:creationId xmlns:a16="http://schemas.microsoft.com/office/drawing/2014/main" id="{6B1E9899-C973-A2B3-7C54-1C2596CC3B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708921"/>
            <a:ext cx="5760640" cy="3600400"/>
          </a:xfrm>
          <a:prstGeom prst="rect">
            <a:avLst/>
          </a:prstGeom>
        </p:spPr>
      </p:pic>
    </p:spTree>
    <p:extLst>
      <p:ext uri="{BB962C8B-B14F-4D97-AF65-F5344CB8AC3E}">
        <p14:creationId xmlns:p14="http://schemas.microsoft.com/office/powerpoint/2010/main" val="4233314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25E897-543E-0A4A-C064-9A6898BB310A}"/>
              </a:ext>
            </a:extLst>
          </p:cNvPr>
          <p:cNvSpPr txBox="1"/>
          <p:nvPr/>
        </p:nvSpPr>
        <p:spPr>
          <a:xfrm>
            <a:off x="335360" y="251937"/>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Πρώτες διαφορές Μ20, έλεγχος στασιμότητας</a:t>
            </a:r>
            <a:r>
              <a:rPr lang="el-GR" sz="2800" b="1" dirty="0">
                <a:solidFill>
                  <a:srgbClr val="FFC00D"/>
                </a:solidFill>
                <a:latin typeface="Arial" panose="020B0604020202020204" pitchFamily="34" charset="0"/>
                <a:cs typeface="Arial" panose="020B0604020202020204" pitchFamily="34" charset="0"/>
              </a:rPr>
              <a:t>.</a:t>
            </a:r>
          </a:p>
        </p:txBody>
      </p:sp>
      <p:pic>
        <p:nvPicPr>
          <p:cNvPr id="3" name="Picture 4" descr="A close up of numbers&#10;&#10;AI-generated content may be incorrect.">
            <a:extLst>
              <a:ext uri="{FF2B5EF4-FFF2-40B4-BE49-F238E27FC236}">
                <a16:creationId xmlns:a16="http://schemas.microsoft.com/office/drawing/2014/main" id="{B02D19F9-61AE-C641-D71A-4B40E15F5B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5760" y="1259818"/>
            <a:ext cx="7920880" cy="1017053"/>
          </a:xfrm>
          <a:prstGeom prst="rect">
            <a:avLst/>
          </a:prstGeom>
        </p:spPr>
      </p:pic>
      <p:pic>
        <p:nvPicPr>
          <p:cNvPr id="4" name="Picture 8" descr="A graph with blue lines&#10;&#10;AI-generated content may be incorrect.">
            <a:extLst>
              <a:ext uri="{FF2B5EF4-FFF2-40B4-BE49-F238E27FC236}">
                <a16:creationId xmlns:a16="http://schemas.microsoft.com/office/drawing/2014/main" id="{BF34C29D-A888-30BC-119A-4153B706E1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5760" y="2276872"/>
            <a:ext cx="7920880" cy="4032448"/>
          </a:xfrm>
          <a:prstGeom prst="rect">
            <a:avLst/>
          </a:prstGeom>
          <a:ln>
            <a:noFill/>
          </a:ln>
        </p:spPr>
      </p:pic>
      <p:sp>
        <p:nvSpPr>
          <p:cNvPr id="5" name="Rectangle 1">
            <a:extLst>
              <a:ext uri="{FF2B5EF4-FFF2-40B4-BE49-F238E27FC236}">
                <a16:creationId xmlns:a16="http://schemas.microsoft.com/office/drawing/2014/main" id="{C079FC49-9389-4313-1B6F-0A34C8EF47C6}"/>
              </a:ext>
            </a:extLst>
          </p:cNvPr>
          <p:cNvSpPr>
            <a:spLocks noChangeArrowheads="1"/>
          </p:cNvSpPr>
          <p:nvPr/>
        </p:nvSpPr>
        <p:spPr bwMode="auto">
          <a:xfrm>
            <a:off x="335360" y="1268760"/>
            <a:ext cx="3600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l-GR" altLang="el-GR" b="1" dirty="0">
                <a:solidFill>
                  <a:srgbClr val="FFC00D"/>
                </a:solidFill>
                <a:latin typeface="Arial" panose="020B0604020202020204" pitchFamily="34" charset="0"/>
                <a:cs typeface="Arial" panose="020B0604020202020204" pitchFamily="34" charset="0"/>
              </a:rPr>
              <a:t>Αντιλαμβανόμαστε ότι η χρονοσειρά πρώτων διαφορών (αλλαγή από περίοδο σε περίοδο) της χρονοσειράς κινητού μέσου όρου P ανά 20 διαδοχικά βήματα (λείανση της σειράς), είναι μη στάσιμη. Δηλαδή οι αλλαγές των μεγεθών των αλλαγών της βραχυπρόθεσμης τάσης των P, δεν είναι ούτε και αυτό στάσιμο, μιας και οι πρώτες διαφορές εστιάζουν στο μέγεθος της αλλαγής. Έγινε ένα φιλτράρισμα στο φιλτράρισμα της σειράς.</a:t>
            </a:r>
          </a:p>
        </p:txBody>
      </p:sp>
    </p:spTree>
    <p:extLst>
      <p:ext uri="{BB962C8B-B14F-4D97-AF65-F5344CB8AC3E}">
        <p14:creationId xmlns:p14="http://schemas.microsoft.com/office/powerpoint/2010/main" val="3316695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BCE726-7C3A-BC4A-29EA-04940C5E12CD}"/>
              </a:ext>
            </a:extLst>
          </p:cNvPr>
          <p:cNvSpPr txBox="1"/>
          <p:nvPr/>
        </p:nvSpPr>
        <p:spPr>
          <a:xfrm>
            <a:off x="335360" y="251937"/>
            <a:ext cx="11521280"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Εκτίμηση αστάθειας χρονοσειράς</a:t>
            </a:r>
            <a:endParaRPr lang="el-GR" sz="2800" b="1" dirty="0">
              <a:solidFill>
                <a:srgbClr val="FFC00D"/>
              </a:solidFill>
              <a:latin typeface="Arial" panose="020B0604020202020204" pitchFamily="34" charset="0"/>
              <a:cs typeface="Arial" panose="020B0604020202020204" pitchFamily="34" charset="0"/>
            </a:endParaRPr>
          </a:p>
        </p:txBody>
      </p:sp>
      <p:pic>
        <p:nvPicPr>
          <p:cNvPr id="3" name="Picture 8">
            <a:extLst>
              <a:ext uri="{FF2B5EF4-FFF2-40B4-BE49-F238E27FC236}">
                <a16:creationId xmlns:a16="http://schemas.microsoft.com/office/drawing/2014/main" id="{D75B8D44-BD92-ECB4-93F9-1F08E1E3C85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935762" y="1268760"/>
            <a:ext cx="7920878" cy="5040560"/>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40D6D153-6645-F425-0452-AC880AC63F2D}"/>
              </a:ext>
            </a:extLst>
          </p:cNvPr>
          <p:cNvSpPr txBox="1"/>
          <p:nvPr/>
        </p:nvSpPr>
        <p:spPr>
          <a:xfrm>
            <a:off x="335361" y="1052736"/>
            <a:ext cx="3600400" cy="3780522"/>
          </a:xfrm>
          <a:prstGeom prst="rect">
            <a:avLst/>
          </a:prstGeom>
          <a:noFill/>
        </p:spPr>
        <p:txBody>
          <a:bodyPr wrap="square">
            <a:spAutoFit/>
          </a:bodyPr>
          <a:lstStyle/>
          <a:p>
            <a:pPr>
              <a:lnSpc>
                <a:spcPct val="150000"/>
              </a:lnSpc>
            </a:pPr>
            <a:r>
              <a:rPr lang="el-GR" b="1" dirty="0">
                <a:solidFill>
                  <a:srgbClr val="FFC00D"/>
                </a:solidFill>
                <a:latin typeface="Arial" panose="020B0604020202020204" pitchFamily="34" charset="0"/>
                <a:cs typeface="Arial" panose="020B0604020202020204" pitchFamily="34" charset="0"/>
              </a:rPr>
              <a:t>Από τη στιγμή που η (τυπική απόκλιση / μέσο όρο)*100 &gt;10%, υπάρχει πλήρη μη ομογένεια για τα τελευταία 50 σημεία του δείκτη και από τη στιγμή που (μέσο αληθινό εύρος)/(μέσο όρο των </a:t>
            </a:r>
            <a:r>
              <a:rPr lang="el-GR" b="1" dirty="0" err="1">
                <a:solidFill>
                  <a:srgbClr val="FFC00D"/>
                </a:solidFill>
                <a:latin typeface="Arial" panose="020B0604020202020204" pitchFamily="34" charset="0"/>
                <a:cs typeface="Arial" panose="020B0604020202020204" pitchFamily="34" charset="0"/>
              </a:rPr>
              <a:t>close</a:t>
            </a:r>
            <a:r>
              <a:rPr lang="el-GR" b="1" dirty="0">
                <a:solidFill>
                  <a:srgbClr val="FFC00D"/>
                </a:solidFill>
                <a:latin typeface="Arial" panose="020B0604020202020204" pitchFamily="34" charset="0"/>
                <a:cs typeface="Arial" panose="020B0604020202020204" pitchFamily="34" charset="0"/>
              </a:rPr>
              <a:t>)*100 &gt;3% &amp;&amp; &lt;5%, υπάρχει ασθενή αστάθεια.</a:t>
            </a:r>
          </a:p>
        </p:txBody>
      </p:sp>
    </p:spTree>
    <p:extLst>
      <p:ext uri="{BB962C8B-B14F-4D97-AF65-F5344CB8AC3E}">
        <p14:creationId xmlns:p14="http://schemas.microsoft.com/office/powerpoint/2010/main" val="2669622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918A48-46F7-3B74-3BB6-2C1641756FC0}"/>
              </a:ext>
            </a:extLst>
          </p:cNvPr>
          <p:cNvSpPr txBox="1"/>
          <p:nvPr/>
        </p:nvSpPr>
        <p:spPr>
          <a:xfrm>
            <a:off x="321134" y="260648"/>
            <a:ext cx="11535506" cy="584775"/>
          </a:xfrm>
          <a:prstGeom prst="rect">
            <a:avLst/>
          </a:prstGeom>
          <a:noFill/>
        </p:spPr>
        <p:txBody>
          <a:bodyPr wrap="square">
            <a:spAutoFit/>
          </a:bodyPr>
          <a:lstStyle/>
          <a:p>
            <a:pPr algn="ctr"/>
            <a:r>
              <a:rPr lang="el-GR" sz="3200" b="1" dirty="0">
                <a:solidFill>
                  <a:srgbClr val="FFC00D"/>
                </a:solidFill>
                <a:latin typeface="Arial" panose="020B0604020202020204" pitchFamily="34" charset="0"/>
                <a:cs typeface="Arial" panose="020B0604020202020204" pitchFamily="34" charset="0"/>
              </a:rPr>
              <a:t>Συμπεράσματα</a:t>
            </a:r>
          </a:p>
        </p:txBody>
      </p:sp>
      <p:sp>
        <p:nvSpPr>
          <p:cNvPr id="3" name="Rectangle 1">
            <a:extLst>
              <a:ext uri="{FF2B5EF4-FFF2-40B4-BE49-F238E27FC236}">
                <a16:creationId xmlns:a16="http://schemas.microsoft.com/office/drawing/2014/main" id="{38FCAFF5-DB3B-D0F8-15AF-FB44BBE558D5}"/>
              </a:ext>
            </a:extLst>
          </p:cNvPr>
          <p:cNvSpPr>
            <a:spLocks noChangeArrowheads="1"/>
          </p:cNvSpPr>
          <p:nvPr/>
        </p:nvSpPr>
        <p:spPr bwMode="auto">
          <a:xfrm>
            <a:off x="321133" y="836776"/>
            <a:ext cx="11535507"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Η αρχική χρονοσειρά εμφανίζει ισχυρή ανοδική τάση.</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Από τη στιγμή που οι μέσοι όροι των 2 ίσων κομματιών της αρχικής χρονοσειράς διαφέρουν κατά 56,70% (&gt;15%), σημαίνει ότι η αρχική σειρά δεν είναι στάσιμη</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Υπάρχει επαναλαμβανόμενο μοτίβο περίπου κάθε 9 εβδομάδες, το οποίο χρησιμοποιήθηκε για την εκτίμηση της εποχικότητας (Seasonality).</a:t>
            </a:r>
            <a:endParaRPr lang="el-GR" sz="1400" b="1" dirty="0">
              <a:solidFill>
                <a:srgbClr val="FFC00D"/>
              </a:solidFill>
              <a:latin typeface="Arial" panose="020B0604020202020204" pitchFamily="34" charset="0"/>
              <a:cs typeface="Arial" panose="020B0604020202020204" pitchFamily="34" charset="0"/>
            </a:endParaRP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Η χρονοσειρά των πρώτων διαφορών δεν είναι στάσιμη.</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Βρέθηκαν 25 παρατηρήσεις (4.89%) εκτός διαστήματος </a:t>
            </a:r>
          </a:p>
          <a:p>
            <a:pPr fontAlgn="base">
              <a:spcBef>
                <a:spcPct val="0"/>
              </a:spcBef>
              <a:spcAft>
                <a:spcPct val="0"/>
              </a:spcAft>
            </a:pPr>
            <a:r>
              <a:rPr lang="el-GR" b="1" dirty="0">
                <a:solidFill>
                  <a:srgbClr val="FFC00D"/>
                </a:solidFill>
                <a:latin typeface="Arial" panose="020B0604020202020204" pitchFamily="34" charset="0"/>
                <a:cs typeface="Arial" panose="020B0604020202020204" pitchFamily="34" charset="0"/>
              </a:rPr>
              <a:t>  μ±2σ=[-3.8806, 4.3055].</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Ακραίες μεταβολές εμφανίζονται όταν η εβδομαδιαία μεταβολή είναι μικρότερη από -3.88% ή μεγαλύτερη από 4.30% (VAR).</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Ο λόγος </a:t>
            </a:r>
            <a:r>
              <a:rPr lang="en-US" b="1" dirty="0">
                <a:solidFill>
                  <a:srgbClr val="FFC00D"/>
                </a:solidFill>
                <a:latin typeface="Arial" panose="020B0604020202020204" pitchFamily="34" charset="0"/>
                <a:cs typeface="Arial" panose="020B0604020202020204" pitchFamily="34" charset="0"/>
              </a:rPr>
              <a:t>Hurst </a:t>
            </a:r>
            <a:r>
              <a:rPr lang="el-GR" b="1" dirty="0">
                <a:solidFill>
                  <a:srgbClr val="FFC00D"/>
                </a:solidFill>
                <a:latin typeface="Arial" panose="020B0604020202020204" pitchFamily="34" charset="0"/>
                <a:cs typeface="Arial" panose="020B0604020202020204" pitchFamily="34" charset="0"/>
              </a:rPr>
              <a:t>δείχνει ισχυρή επιμονή στην πορεία της χρονοσειράς.</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Λόγο του R^2 σειράς = 0,79, υπάρχει καλή συσχέτιση  σε σχέση με τη συνάρτηση τάσης (πόσο πιστά είναι τα σημεία στην ευθεία).  Όσον αφορά τον συντελεστή αυτοσυσχέτισης της στοχαστικότητας (R^2 = 0) ,οι τιμές του είναι ασυσχέτιστες και τυχαίες.</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Η δυναμική του Ε (</a:t>
            </a:r>
            <a:r>
              <a:rPr lang="en-US" b="1" dirty="0">
                <a:solidFill>
                  <a:srgbClr val="FFC00D"/>
                </a:solidFill>
                <a:latin typeface="Arial" panose="020B0604020202020204" pitchFamily="34" charset="0"/>
                <a:cs typeface="Arial" panose="020B0604020202020204" pitchFamily="34" charset="0"/>
              </a:rPr>
              <a:t>residuals</a:t>
            </a:r>
            <a:r>
              <a:rPr lang="el-GR" b="1" dirty="0">
                <a:solidFill>
                  <a:srgbClr val="FFC00D"/>
                </a:solidFill>
                <a:latin typeface="Arial" panose="020B0604020202020204" pitchFamily="34" charset="0"/>
                <a:cs typeface="Arial" panose="020B0604020202020204" pitchFamily="34" charset="0"/>
              </a:rPr>
              <a:t> – Υπόλοιπα) είναι ακανόνιστη και χαοτική.</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Η χρονοσειρά πρώτων διαφορών της χρονοσειράς κινητού μέσου όρου ανά 20 διαδοχικά βήματα της αρχικής χρονοσειράς (λείανση της σειράς), είναι μη στάσιμη.</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Από τη στιγμή που ο συντελεστής ομοιογένειας τιμών ((τυπική απόκλιση / μέσο όρο)*100) είναι 10,13% υπάρχει πλήρη μη ομοιογένεια για τα τελευταία 50 σημεία του δείκτη.</a:t>
            </a:r>
          </a:p>
          <a:p>
            <a:pPr marL="90488" indent="-90488" fontAlgn="base">
              <a:spcBef>
                <a:spcPct val="0"/>
              </a:spcBef>
              <a:spcAft>
                <a:spcPct val="0"/>
              </a:spcAft>
              <a:buFont typeface="Arial" panose="020B0604020202020204" pitchFamily="34" charset="0"/>
              <a:buChar char="•"/>
            </a:pPr>
            <a:r>
              <a:rPr lang="el-GR" b="1" dirty="0">
                <a:solidFill>
                  <a:srgbClr val="FFC00D"/>
                </a:solidFill>
                <a:latin typeface="Arial" panose="020B0604020202020204" pitchFamily="34" charset="0"/>
                <a:cs typeface="Arial" panose="020B0604020202020204" pitchFamily="34" charset="0"/>
              </a:rPr>
              <a:t>Από τη στιγμή που ο συντελεστής ευστάθειας ((μέσο αληθινό εύρος)/(μέσο όρο των </a:t>
            </a:r>
            <a:r>
              <a:rPr lang="el-GR" b="1" dirty="0" err="1">
                <a:solidFill>
                  <a:srgbClr val="FFC00D"/>
                </a:solidFill>
                <a:latin typeface="Arial" panose="020B0604020202020204" pitchFamily="34" charset="0"/>
                <a:cs typeface="Arial" panose="020B0604020202020204" pitchFamily="34" charset="0"/>
              </a:rPr>
              <a:t>close</a:t>
            </a:r>
            <a:r>
              <a:rPr lang="el-GR" b="1" dirty="0">
                <a:solidFill>
                  <a:srgbClr val="FFC00D"/>
                </a:solidFill>
                <a:latin typeface="Arial" panose="020B0604020202020204" pitchFamily="34" charset="0"/>
                <a:cs typeface="Arial" panose="020B0604020202020204" pitchFamily="34" charset="0"/>
              </a:rPr>
              <a:t>)*10) είναι 3,29% υπάρχει ασθενής αστάθεια.</a:t>
            </a:r>
          </a:p>
        </p:txBody>
      </p:sp>
    </p:spTree>
    <p:extLst>
      <p:ext uri="{BB962C8B-B14F-4D97-AF65-F5344CB8AC3E}">
        <p14:creationId xmlns:p14="http://schemas.microsoft.com/office/powerpoint/2010/main" val="499576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Πίνακας 1">
            <a:extLst>
              <a:ext uri="{FF2B5EF4-FFF2-40B4-BE49-F238E27FC236}">
                <a16:creationId xmlns:a16="http://schemas.microsoft.com/office/drawing/2014/main" id="{D02A66CF-D278-6358-ABC7-FCF0AF0C301A}"/>
              </a:ext>
            </a:extLst>
          </p:cNvPr>
          <p:cNvGraphicFramePr>
            <a:graphicFrameLocks noGrp="1"/>
          </p:cNvGraphicFramePr>
          <p:nvPr>
            <p:extLst>
              <p:ext uri="{D42A27DB-BD31-4B8C-83A1-F6EECF244321}">
                <p14:modId xmlns:p14="http://schemas.microsoft.com/office/powerpoint/2010/main" val="3061463231"/>
              </p:ext>
            </p:extLst>
          </p:nvPr>
        </p:nvGraphicFramePr>
        <p:xfrm>
          <a:off x="5396800" y="2852936"/>
          <a:ext cx="5738688" cy="1130528"/>
        </p:xfrm>
        <a:graphic>
          <a:graphicData uri="http://schemas.openxmlformats.org/drawingml/2006/table">
            <a:tbl>
              <a:tblPr firstRow="1" bandRow="1">
                <a:tableStyleId>{5C22544A-7EE6-4342-B048-85BDC9FD1C3A}</a:tableStyleId>
              </a:tblPr>
              <a:tblGrid>
                <a:gridCol w="5738688">
                  <a:extLst>
                    <a:ext uri="{9D8B030D-6E8A-4147-A177-3AD203B41FA5}">
                      <a16:colId xmlns:a16="http://schemas.microsoft.com/office/drawing/2014/main" val="1030128708"/>
                    </a:ext>
                  </a:extLst>
                </a:gridCol>
              </a:tblGrid>
              <a:tr h="1130528">
                <a:tc>
                  <a:txBody>
                    <a:bodyPr/>
                    <a:lstStyle/>
                    <a:p>
                      <a:pPr algn="ctr"/>
                      <a:r>
                        <a:rPr lang="el-GR" sz="3200" b="1" kern="1200" dirty="0">
                          <a:solidFill>
                            <a:srgbClr val="9A7200"/>
                          </a:solidFill>
                          <a:latin typeface="Arial" panose="020B0604020202020204" pitchFamily="34" charset="0"/>
                          <a:ea typeface="+mn-ea"/>
                          <a:cs typeface="Arial" panose="020B0604020202020204" pitchFamily="34" charset="0"/>
                        </a:rPr>
                        <a:t>Ευχαριστούμε θερμά για την προσοχή σας !</a:t>
                      </a:r>
                      <a:endParaRPr lang="en-US" sz="3200" b="1" kern="1200" dirty="0">
                        <a:solidFill>
                          <a:srgbClr val="9A7200"/>
                        </a:solidFill>
                        <a:latin typeface="Arial" panose="020B0604020202020204" pitchFamily="34" charset="0"/>
                        <a:ea typeface="+mn-ea"/>
                        <a:cs typeface="Arial" panose="020B0604020202020204" pitchFamily="34" charset="0"/>
                      </a:endParaRPr>
                    </a:p>
                  </a:txBody>
                  <a:tcPr>
                    <a:noFill/>
                  </a:tcPr>
                </a:tc>
                <a:extLst>
                  <a:ext uri="{0D108BD9-81ED-4DB2-BD59-A6C34878D82A}">
                    <a16:rowId xmlns:a16="http://schemas.microsoft.com/office/drawing/2014/main" val="3758464829"/>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4" name="Γραφή 13">
                <a:extLst>
                  <a:ext uri="{FF2B5EF4-FFF2-40B4-BE49-F238E27FC236}">
                    <a16:creationId xmlns:a16="http://schemas.microsoft.com/office/drawing/2014/main" id="{15CECA59-ADB8-48AE-7760-196F88A9EE94}"/>
                  </a:ext>
                </a:extLst>
              </p14:cNvPr>
              <p14:cNvContentPartPr/>
              <p14:nvPr/>
            </p14:nvContentPartPr>
            <p14:xfrm>
              <a:off x="3508067" y="6274333"/>
              <a:ext cx="2160" cy="360"/>
            </p14:xfrm>
          </p:contentPart>
        </mc:Choice>
        <mc:Fallback xmlns="">
          <p:pic>
            <p:nvPicPr>
              <p:cNvPr id="14" name="Γραφή 13">
                <a:extLst>
                  <a:ext uri="{FF2B5EF4-FFF2-40B4-BE49-F238E27FC236}">
                    <a16:creationId xmlns:a16="http://schemas.microsoft.com/office/drawing/2014/main" id="{15CECA59-ADB8-48AE-7760-196F88A9EE94}"/>
                  </a:ext>
                </a:extLst>
              </p:cNvPr>
              <p:cNvPicPr/>
              <p:nvPr/>
            </p:nvPicPr>
            <p:blipFill>
              <a:blip r:embed="rId3"/>
              <a:stretch>
                <a:fillRect/>
              </a:stretch>
            </p:blipFill>
            <p:spPr>
              <a:xfrm>
                <a:off x="3499067" y="6265333"/>
                <a:ext cx="198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41" name="Γραφή 40">
                <a:extLst>
                  <a:ext uri="{FF2B5EF4-FFF2-40B4-BE49-F238E27FC236}">
                    <a16:creationId xmlns:a16="http://schemas.microsoft.com/office/drawing/2014/main" id="{578435AA-7E3F-D486-5379-08C889A741E3}"/>
                  </a:ext>
                </a:extLst>
              </p14:cNvPr>
              <p14:cNvContentPartPr/>
              <p14:nvPr/>
            </p14:nvContentPartPr>
            <p14:xfrm>
              <a:off x="2022347" y="6608053"/>
              <a:ext cx="9360" cy="4680"/>
            </p14:xfrm>
          </p:contentPart>
        </mc:Choice>
        <mc:Fallback xmlns="">
          <p:pic>
            <p:nvPicPr>
              <p:cNvPr id="41" name="Γραφή 40">
                <a:extLst>
                  <a:ext uri="{FF2B5EF4-FFF2-40B4-BE49-F238E27FC236}">
                    <a16:creationId xmlns:a16="http://schemas.microsoft.com/office/drawing/2014/main" id="{578435AA-7E3F-D486-5379-08C889A741E3}"/>
                  </a:ext>
                </a:extLst>
              </p:cNvPr>
              <p:cNvPicPr/>
              <p:nvPr/>
            </p:nvPicPr>
            <p:blipFill>
              <a:blip r:embed="rId5"/>
              <a:stretch>
                <a:fillRect/>
              </a:stretch>
            </p:blipFill>
            <p:spPr>
              <a:xfrm>
                <a:off x="2004347" y="6500053"/>
                <a:ext cx="45000" cy="220320"/>
              </a:xfrm>
              <a:prstGeom prst="rect">
                <a:avLst/>
              </a:prstGeom>
            </p:spPr>
          </p:pic>
        </mc:Fallback>
      </mc:AlternateContent>
      <p:graphicFrame>
        <p:nvGraphicFramePr>
          <p:cNvPr id="44" name="Πίνακας 43">
            <a:extLst>
              <a:ext uri="{FF2B5EF4-FFF2-40B4-BE49-F238E27FC236}">
                <a16:creationId xmlns:a16="http://schemas.microsoft.com/office/drawing/2014/main" id="{21F153DE-D8D0-01E1-61EE-B630D01A2CC8}"/>
              </a:ext>
            </a:extLst>
          </p:cNvPr>
          <p:cNvGraphicFramePr>
            <a:graphicFrameLocks noGrp="1"/>
          </p:cNvGraphicFramePr>
          <p:nvPr>
            <p:extLst>
              <p:ext uri="{D42A27DB-BD31-4B8C-83A1-F6EECF244321}">
                <p14:modId xmlns:p14="http://schemas.microsoft.com/office/powerpoint/2010/main" val="3532865336"/>
              </p:ext>
            </p:extLst>
          </p:nvPr>
        </p:nvGraphicFramePr>
        <p:xfrm>
          <a:off x="1555198" y="6487160"/>
          <a:ext cx="580362" cy="370840"/>
        </p:xfrm>
        <a:graphic>
          <a:graphicData uri="http://schemas.openxmlformats.org/drawingml/2006/table">
            <a:tbl>
              <a:tblPr firstRow="1" bandRow="1">
                <a:tableStyleId>{5C22544A-7EE6-4342-B048-85BDC9FD1C3A}</a:tableStyleId>
              </a:tblPr>
              <a:tblGrid>
                <a:gridCol w="580362">
                  <a:extLst>
                    <a:ext uri="{9D8B030D-6E8A-4147-A177-3AD203B41FA5}">
                      <a16:colId xmlns:a16="http://schemas.microsoft.com/office/drawing/2014/main" val="976613579"/>
                    </a:ext>
                  </a:extLst>
                </a:gridCol>
              </a:tblGrid>
              <a:tr h="37084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2912569776"/>
                  </a:ext>
                </a:extLst>
              </a:tr>
            </a:tbl>
          </a:graphicData>
        </a:graphic>
      </p:graphicFrame>
      <p:graphicFrame>
        <p:nvGraphicFramePr>
          <p:cNvPr id="45" name="Πίνακας 44">
            <a:extLst>
              <a:ext uri="{FF2B5EF4-FFF2-40B4-BE49-F238E27FC236}">
                <a16:creationId xmlns:a16="http://schemas.microsoft.com/office/drawing/2014/main" id="{52611AB4-CAB4-3750-2EE7-7F25C0A35D04}"/>
              </a:ext>
            </a:extLst>
          </p:cNvPr>
          <p:cNvGraphicFramePr>
            <a:graphicFrameLocks noGrp="1"/>
          </p:cNvGraphicFramePr>
          <p:nvPr>
            <p:extLst>
              <p:ext uri="{D42A27DB-BD31-4B8C-83A1-F6EECF244321}">
                <p14:modId xmlns:p14="http://schemas.microsoft.com/office/powerpoint/2010/main" val="2922689551"/>
              </p:ext>
            </p:extLst>
          </p:nvPr>
        </p:nvGraphicFramePr>
        <p:xfrm>
          <a:off x="2351584" y="6487160"/>
          <a:ext cx="815752" cy="370840"/>
        </p:xfrm>
        <a:graphic>
          <a:graphicData uri="http://schemas.openxmlformats.org/drawingml/2006/table">
            <a:tbl>
              <a:tblPr firstRow="1" bandRow="1">
                <a:tableStyleId>{5C22544A-7EE6-4342-B048-85BDC9FD1C3A}</a:tableStyleId>
              </a:tblPr>
              <a:tblGrid>
                <a:gridCol w="815752">
                  <a:extLst>
                    <a:ext uri="{9D8B030D-6E8A-4147-A177-3AD203B41FA5}">
                      <a16:colId xmlns:a16="http://schemas.microsoft.com/office/drawing/2014/main" val="4075000167"/>
                    </a:ext>
                  </a:extLst>
                </a:gridCol>
              </a:tblGrid>
              <a:tr h="370840">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85000"/>
                        <a:lumOff val="15000"/>
                      </a:schemeClr>
                    </a:solidFill>
                  </a:tcPr>
                </a:tc>
                <a:extLst>
                  <a:ext uri="{0D108BD9-81ED-4DB2-BD59-A6C34878D82A}">
                    <a16:rowId xmlns:a16="http://schemas.microsoft.com/office/drawing/2014/main" val="2894873413"/>
                  </a:ext>
                </a:extLst>
              </a:tr>
            </a:tbl>
          </a:graphicData>
        </a:graphic>
      </p:graphicFrame>
      <p:grpSp>
        <p:nvGrpSpPr>
          <p:cNvPr id="110" name="Ομάδα 109">
            <a:extLst>
              <a:ext uri="{FF2B5EF4-FFF2-40B4-BE49-F238E27FC236}">
                <a16:creationId xmlns:a16="http://schemas.microsoft.com/office/drawing/2014/main" id="{08667C3D-D14B-AD81-7B95-65C7FD9D5715}"/>
              </a:ext>
            </a:extLst>
          </p:cNvPr>
          <p:cNvGrpSpPr/>
          <p:nvPr/>
        </p:nvGrpSpPr>
        <p:grpSpPr>
          <a:xfrm>
            <a:off x="2105867" y="6622813"/>
            <a:ext cx="266400" cy="146520"/>
            <a:chOff x="581867" y="6622813"/>
            <a:chExt cx="266400" cy="146520"/>
          </a:xfrm>
        </p:grpSpPr>
        <mc:AlternateContent xmlns:mc="http://schemas.openxmlformats.org/markup-compatibility/2006" xmlns:p14="http://schemas.microsoft.com/office/powerpoint/2010/main">
          <mc:Choice Requires="p14">
            <p:contentPart p14:bwMode="auto" r:id="rId6">
              <p14:nvContentPartPr>
                <p14:cNvPr id="46" name="Γραφή 45">
                  <a:extLst>
                    <a:ext uri="{FF2B5EF4-FFF2-40B4-BE49-F238E27FC236}">
                      <a16:creationId xmlns:a16="http://schemas.microsoft.com/office/drawing/2014/main" id="{40F44676-B231-622A-E7D1-03413799D62B}"/>
                    </a:ext>
                  </a:extLst>
                </p14:cNvPr>
                <p14:cNvContentPartPr/>
                <p14:nvPr/>
              </p14:nvContentPartPr>
              <p14:xfrm>
                <a:off x="748547" y="6692293"/>
                <a:ext cx="360" cy="360"/>
              </p14:xfrm>
            </p:contentPart>
          </mc:Choice>
          <mc:Fallback xmlns="">
            <p:pic>
              <p:nvPicPr>
                <p:cNvPr id="46" name="Γραφή 45">
                  <a:extLst>
                    <a:ext uri="{FF2B5EF4-FFF2-40B4-BE49-F238E27FC236}">
                      <a16:creationId xmlns:a16="http://schemas.microsoft.com/office/drawing/2014/main" id="{40F44676-B231-622A-E7D1-03413799D62B}"/>
                    </a:ext>
                  </a:extLst>
                </p:cNvPr>
                <p:cNvPicPr/>
                <p:nvPr/>
              </p:nvPicPr>
              <p:blipFill>
                <a:blip r:embed="rId7"/>
                <a:stretch>
                  <a:fillRect/>
                </a:stretch>
              </p:blipFill>
              <p:spPr>
                <a:xfrm>
                  <a:off x="739907" y="668365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8" name="Γραφή 47">
                  <a:extLst>
                    <a:ext uri="{FF2B5EF4-FFF2-40B4-BE49-F238E27FC236}">
                      <a16:creationId xmlns:a16="http://schemas.microsoft.com/office/drawing/2014/main" id="{D59D483C-127A-71E8-E8CE-35F2082BF002}"/>
                    </a:ext>
                  </a:extLst>
                </p14:cNvPr>
                <p14:cNvContentPartPr/>
                <p14:nvPr/>
              </p14:nvContentPartPr>
              <p14:xfrm>
                <a:off x="787787" y="6711733"/>
                <a:ext cx="360" cy="360"/>
              </p14:xfrm>
            </p:contentPart>
          </mc:Choice>
          <mc:Fallback xmlns="">
            <p:pic>
              <p:nvPicPr>
                <p:cNvPr id="48" name="Γραφή 47">
                  <a:extLst>
                    <a:ext uri="{FF2B5EF4-FFF2-40B4-BE49-F238E27FC236}">
                      <a16:creationId xmlns:a16="http://schemas.microsoft.com/office/drawing/2014/main" id="{D59D483C-127A-71E8-E8CE-35F2082BF002}"/>
                    </a:ext>
                  </a:extLst>
                </p:cNvPr>
                <p:cNvPicPr/>
                <p:nvPr/>
              </p:nvPicPr>
              <p:blipFill>
                <a:blip r:embed="rId7"/>
                <a:stretch>
                  <a:fillRect/>
                </a:stretch>
              </p:blipFill>
              <p:spPr>
                <a:xfrm>
                  <a:off x="778787" y="67027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7" name="Γραφή 46">
                  <a:extLst>
                    <a:ext uri="{FF2B5EF4-FFF2-40B4-BE49-F238E27FC236}">
                      <a16:creationId xmlns:a16="http://schemas.microsoft.com/office/drawing/2014/main" id="{EB6A4124-E69E-269F-462F-117CAC44ADE9}"/>
                    </a:ext>
                  </a:extLst>
                </p14:cNvPr>
                <p14:cNvContentPartPr/>
                <p14:nvPr/>
              </p14:nvContentPartPr>
              <p14:xfrm>
                <a:off x="797507" y="6671053"/>
                <a:ext cx="2160" cy="2160"/>
              </p14:xfrm>
            </p:contentPart>
          </mc:Choice>
          <mc:Fallback xmlns="">
            <p:pic>
              <p:nvPicPr>
                <p:cNvPr id="47" name="Γραφή 46">
                  <a:extLst>
                    <a:ext uri="{FF2B5EF4-FFF2-40B4-BE49-F238E27FC236}">
                      <a16:creationId xmlns:a16="http://schemas.microsoft.com/office/drawing/2014/main" id="{EB6A4124-E69E-269F-462F-117CAC44ADE9}"/>
                    </a:ext>
                  </a:extLst>
                </p:cNvPr>
                <p:cNvPicPr/>
                <p:nvPr/>
              </p:nvPicPr>
              <p:blipFill>
                <a:blip r:embed="rId7"/>
                <a:stretch>
                  <a:fillRect/>
                </a:stretch>
              </p:blipFill>
              <p:spPr>
                <a:xfrm>
                  <a:off x="788507" y="6662053"/>
                  <a:ext cx="198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9" name="Γραφή 48">
                  <a:extLst>
                    <a:ext uri="{FF2B5EF4-FFF2-40B4-BE49-F238E27FC236}">
                      <a16:creationId xmlns:a16="http://schemas.microsoft.com/office/drawing/2014/main" id="{0A4BE1CB-AFC9-34A7-8601-9E28E50ACBFD}"/>
                    </a:ext>
                  </a:extLst>
                </p14:cNvPr>
                <p14:cNvContentPartPr/>
                <p14:nvPr/>
              </p14:nvContentPartPr>
              <p14:xfrm>
                <a:off x="777707" y="6672493"/>
                <a:ext cx="360" cy="360"/>
              </p14:xfrm>
            </p:contentPart>
          </mc:Choice>
          <mc:Fallback xmlns="">
            <p:pic>
              <p:nvPicPr>
                <p:cNvPr id="49" name="Γραφή 48">
                  <a:extLst>
                    <a:ext uri="{FF2B5EF4-FFF2-40B4-BE49-F238E27FC236}">
                      <a16:creationId xmlns:a16="http://schemas.microsoft.com/office/drawing/2014/main" id="{0A4BE1CB-AFC9-34A7-8601-9E28E50ACBFD}"/>
                    </a:ext>
                  </a:extLst>
                </p:cNvPr>
                <p:cNvPicPr/>
                <p:nvPr/>
              </p:nvPicPr>
              <p:blipFill>
                <a:blip r:embed="rId7"/>
                <a:stretch>
                  <a:fillRect/>
                </a:stretch>
              </p:blipFill>
              <p:spPr>
                <a:xfrm>
                  <a:off x="768707" y="666385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2" name="Γραφή 51">
                  <a:extLst>
                    <a:ext uri="{FF2B5EF4-FFF2-40B4-BE49-F238E27FC236}">
                      <a16:creationId xmlns:a16="http://schemas.microsoft.com/office/drawing/2014/main" id="{55A5B38F-8A39-F73D-F182-3B6387FB62F5}"/>
                    </a:ext>
                  </a:extLst>
                </p14:cNvPr>
                <p14:cNvContentPartPr/>
                <p14:nvPr/>
              </p14:nvContentPartPr>
              <p14:xfrm>
                <a:off x="719387" y="6692293"/>
                <a:ext cx="360" cy="360"/>
              </p14:xfrm>
            </p:contentPart>
          </mc:Choice>
          <mc:Fallback xmlns="">
            <p:pic>
              <p:nvPicPr>
                <p:cNvPr id="52" name="Γραφή 51">
                  <a:extLst>
                    <a:ext uri="{FF2B5EF4-FFF2-40B4-BE49-F238E27FC236}">
                      <a16:creationId xmlns:a16="http://schemas.microsoft.com/office/drawing/2014/main" id="{55A5B38F-8A39-F73D-F182-3B6387FB62F5}"/>
                    </a:ext>
                  </a:extLst>
                </p:cNvPr>
                <p:cNvPicPr/>
                <p:nvPr/>
              </p:nvPicPr>
              <p:blipFill>
                <a:blip r:embed="rId7"/>
                <a:stretch>
                  <a:fillRect/>
                </a:stretch>
              </p:blipFill>
              <p:spPr>
                <a:xfrm>
                  <a:off x="710387" y="668365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4" name="Γραφή 53">
                  <a:extLst>
                    <a:ext uri="{FF2B5EF4-FFF2-40B4-BE49-F238E27FC236}">
                      <a16:creationId xmlns:a16="http://schemas.microsoft.com/office/drawing/2014/main" id="{7AB98228-665E-9F0E-0C5A-DBC4EDAF71F4}"/>
                    </a:ext>
                  </a:extLst>
                </p14:cNvPr>
                <p14:cNvContentPartPr/>
                <p14:nvPr/>
              </p14:nvContentPartPr>
              <p14:xfrm>
                <a:off x="787787" y="6663133"/>
                <a:ext cx="360" cy="360"/>
              </p14:xfrm>
            </p:contentPart>
          </mc:Choice>
          <mc:Fallback xmlns="">
            <p:pic>
              <p:nvPicPr>
                <p:cNvPr id="54" name="Γραφή 53">
                  <a:extLst>
                    <a:ext uri="{FF2B5EF4-FFF2-40B4-BE49-F238E27FC236}">
                      <a16:creationId xmlns:a16="http://schemas.microsoft.com/office/drawing/2014/main" id="{7AB98228-665E-9F0E-0C5A-DBC4EDAF71F4}"/>
                    </a:ext>
                  </a:extLst>
                </p:cNvPr>
                <p:cNvPicPr/>
                <p:nvPr/>
              </p:nvPicPr>
              <p:blipFill>
                <a:blip r:embed="rId7"/>
                <a:stretch>
                  <a:fillRect/>
                </a:stretch>
              </p:blipFill>
              <p:spPr>
                <a:xfrm>
                  <a:off x="778787" y="66541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5" name="Γραφή 54">
                  <a:extLst>
                    <a:ext uri="{FF2B5EF4-FFF2-40B4-BE49-F238E27FC236}">
                      <a16:creationId xmlns:a16="http://schemas.microsoft.com/office/drawing/2014/main" id="{0F92BB13-EDAF-A31B-D5FF-F29D53B6E7AA}"/>
                    </a:ext>
                  </a:extLst>
                </p14:cNvPr>
                <p14:cNvContentPartPr/>
                <p14:nvPr/>
              </p14:nvContentPartPr>
              <p14:xfrm>
                <a:off x="787787" y="6633973"/>
                <a:ext cx="360" cy="26280"/>
              </p14:xfrm>
            </p:contentPart>
          </mc:Choice>
          <mc:Fallback xmlns="">
            <p:pic>
              <p:nvPicPr>
                <p:cNvPr id="55" name="Γραφή 54">
                  <a:extLst>
                    <a:ext uri="{FF2B5EF4-FFF2-40B4-BE49-F238E27FC236}">
                      <a16:creationId xmlns:a16="http://schemas.microsoft.com/office/drawing/2014/main" id="{0F92BB13-EDAF-A31B-D5FF-F29D53B6E7AA}"/>
                    </a:ext>
                  </a:extLst>
                </p:cNvPr>
                <p:cNvPicPr/>
                <p:nvPr/>
              </p:nvPicPr>
              <p:blipFill>
                <a:blip r:embed="rId14"/>
                <a:stretch>
                  <a:fillRect/>
                </a:stretch>
              </p:blipFill>
              <p:spPr>
                <a:xfrm>
                  <a:off x="778787" y="6625333"/>
                  <a:ext cx="180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6" name="Γραφή 55">
                  <a:extLst>
                    <a:ext uri="{FF2B5EF4-FFF2-40B4-BE49-F238E27FC236}">
                      <a16:creationId xmlns:a16="http://schemas.microsoft.com/office/drawing/2014/main" id="{58E2B397-9D21-87FB-9E65-2BE043CA077D}"/>
                    </a:ext>
                  </a:extLst>
                </p14:cNvPr>
                <p14:cNvContentPartPr/>
                <p14:nvPr/>
              </p14:nvContentPartPr>
              <p14:xfrm>
                <a:off x="777707" y="6692293"/>
                <a:ext cx="360" cy="10080"/>
              </p14:xfrm>
            </p:contentPart>
          </mc:Choice>
          <mc:Fallback xmlns="">
            <p:pic>
              <p:nvPicPr>
                <p:cNvPr id="56" name="Γραφή 55">
                  <a:extLst>
                    <a:ext uri="{FF2B5EF4-FFF2-40B4-BE49-F238E27FC236}">
                      <a16:creationId xmlns:a16="http://schemas.microsoft.com/office/drawing/2014/main" id="{58E2B397-9D21-87FB-9E65-2BE043CA077D}"/>
                    </a:ext>
                  </a:extLst>
                </p:cNvPr>
                <p:cNvPicPr/>
                <p:nvPr/>
              </p:nvPicPr>
              <p:blipFill>
                <a:blip r:embed="rId16"/>
                <a:stretch>
                  <a:fillRect/>
                </a:stretch>
              </p:blipFill>
              <p:spPr>
                <a:xfrm>
                  <a:off x="768707" y="6683653"/>
                  <a:ext cx="180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7" name="Γραφή 56">
                  <a:extLst>
                    <a:ext uri="{FF2B5EF4-FFF2-40B4-BE49-F238E27FC236}">
                      <a16:creationId xmlns:a16="http://schemas.microsoft.com/office/drawing/2014/main" id="{F46928C8-A6A6-C935-F9C9-2A3B75121A2E}"/>
                    </a:ext>
                  </a:extLst>
                </p14:cNvPr>
                <p14:cNvContentPartPr/>
                <p14:nvPr/>
              </p14:nvContentPartPr>
              <p14:xfrm>
                <a:off x="748547" y="6692293"/>
                <a:ext cx="360" cy="360"/>
              </p14:xfrm>
            </p:contentPart>
          </mc:Choice>
          <mc:Fallback xmlns="">
            <p:pic>
              <p:nvPicPr>
                <p:cNvPr id="57" name="Γραφή 56">
                  <a:extLst>
                    <a:ext uri="{FF2B5EF4-FFF2-40B4-BE49-F238E27FC236}">
                      <a16:creationId xmlns:a16="http://schemas.microsoft.com/office/drawing/2014/main" id="{F46928C8-A6A6-C935-F9C9-2A3B75121A2E}"/>
                    </a:ext>
                  </a:extLst>
                </p:cNvPr>
                <p:cNvPicPr/>
                <p:nvPr/>
              </p:nvPicPr>
              <p:blipFill>
                <a:blip r:embed="rId7"/>
                <a:stretch>
                  <a:fillRect/>
                </a:stretch>
              </p:blipFill>
              <p:spPr>
                <a:xfrm>
                  <a:off x="739907" y="668365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8" name="Γραφή 57">
                  <a:extLst>
                    <a:ext uri="{FF2B5EF4-FFF2-40B4-BE49-F238E27FC236}">
                      <a16:creationId xmlns:a16="http://schemas.microsoft.com/office/drawing/2014/main" id="{1B55B17D-8F3C-5DA2-B356-DFED43F3B44C}"/>
                    </a:ext>
                  </a:extLst>
                </p14:cNvPr>
                <p14:cNvContentPartPr/>
                <p14:nvPr/>
              </p14:nvContentPartPr>
              <p14:xfrm>
                <a:off x="748547" y="6624253"/>
                <a:ext cx="360" cy="360"/>
              </p14:xfrm>
            </p:contentPart>
          </mc:Choice>
          <mc:Fallback xmlns="">
            <p:pic>
              <p:nvPicPr>
                <p:cNvPr id="58" name="Γραφή 57">
                  <a:extLst>
                    <a:ext uri="{FF2B5EF4-FFF2-40B4-BE49-F238E27FC236}">
                      <a16:creationId xmlns:a16="http://schemas.microsoft.com/office/drawing/2014/main" id="{1B55B17D-8F3C-5DA2-B356-DFED43F3B44C}"/>
                    </a:ext>
                  </a:extLst>
                </p:cNvPr>
                <p:cNvPicPr/>
                <p:nvPr/>
              </p:nvPicPr>
              <p:blipFill>
                <a:blip r:embed="rId7"/>
                <a:stretch>
                  <a:fillRect/>
                </a:stretch>
              </p:blipFill>
              <p:spPr>
                <a:xfrm>
                  <a:off x="739907" y="66156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9" name="Γραφή 58">
                  <a:extLst>
                    <a:ext uri="{FF2B5EF4-FFF2-40B4-BE49-F238E27FC236}">
                      <a16:creationId xmlns:a16="http://schemas.microsoft.com/office/drawing/2014/main" id="{D0F17568-7368-A623-6979-EDC03D5FBFB3}"/>
                    </a:ext>
                  </a:extLst>
                </p14:cNvPr>
                <p14:cNvContentPartPr/>
                <p14:nvPr/>
              </p14:nvContentPartPr>
              <p14:xfrm>
                <a:off x="699947" y="6653413"/>
                <a:ext cx="360" cy="18000"/>
              </p14:xfrm>
            </p:contentPart>
          </mc:Choice>
          <mc:Fallback xmlns="">
            <p:pic>
              <p:nvPicPr>
                <p:cNvPr id="59" name="Γραφή 58">
                  <a:extLst>
                    <a:ext uri="{FF2B5EF4-FFF2-40B4-BE49-F238E27FC236}">
                      <a16:creationId xmlns:a16="http://schemas.microsoft.com/office/drawing/2014/main" id="{D0F17568-7368-A623-6979-EDC03D5FBFB3}"/>
                    </a:ext>
                  </a:extLst>
                </p:cNvPr>
                <p:cNvPicPr/>
                <p:nvPr/>
              </p:nvPicPr>
              <p:blipFill>
                <a:blip r:embed="rId20"/>
                <a:stretch>
                  <a:fillRect/>
                </a:stretch>
              </p:blipFill>
              <p:spPr>
                <a:xfrm>
                  <a:off x="691307" y="6644413"/>
                  <a:ext cx="180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0" name="Γραφή 59">
                  <a:extLst>
                    <a:ext uri="{FF2B5EF4-FFF2-40B4-BE49-F238E27FC236}">
                      <a16:creationId xmlns:a16="http://schemas.microsoft.com/office/drawing/2014/main" id="{59C69E72-BD01-8BA6-72DA-EE5C57319400}"/>
                    </a:ext>
                  </a:extLst>
                </p14:cNvPr>
                <p14:cNvContentPartPr/>
                <p14:nvPr/>
              </p14:nvContentPartPr>
              <p14:xfrm>
                <a:off x="699947" y="6711733"/>
                <a:ext cx="360" cy="2160"/>
              </p14:xfrm>
            </p:contentPart>
          </mc:Choice>
          <mc:Fallback xmlns="">
            <p:pic>
              <p:nvPicPr>
                <p:cNvPr id="60" name="Γραφή 59">
                  <a:extLst>
                    <a:ext uri="{FF2B5EF4-FFF2-40B4-BE49-F238E27FC236}">
                      <a16:creationId xmlns:a16="http://schemas.microsoft.com/office/drawing/2014/main" id="{59C69E72-BD01-8BA6-72DA-EE5C57319400}"/>
                    </a:ext>
                  </a:extLst>
                </p:cNvPr>
                <p:cNvPicPr/>
                <p:nvPr/>
              </p:nvPicPr>
              <p:blipFill>
                <a:blip r:embed="rId7"/>
                <a:stretch>
                  <a:fillRect/>
                </a:stretch>
              </p:blipFill>
              <p:spPr>
                <a:xfrm>
                  <a:off x="691307" y="6702733"/>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1" name="Γραφή 60">
                  <a:extLst>
                    <a:ext uri="{FF2B5EF4-FFF2-40B4-BE49-F238E27FC236}">
                      <a16:creationId xmlns:a16="http://schemas.microsoft.com/office/drawing/2014/main" id="{5C9ABEAF-5761-78B4-C999-525B685D0088}"/>
                    </a:ext>
                  </a:extLst>
                </p14:cNvPr>
                <p14:cNvContentPartPr/>
                <p14:nvPr/>
              </p14:nvContentPartPr>
              <p14:xfrm>
                <a:off x="699947" y="6704893"/>
                <a:ext cx="18720" cy="26280"/>
              </p14:xfrm>
            </p:contentPart>
          </mc:Choice>
          <mc:Fallback xmlns="">
            <p:pic>
              <p:nvPicPr>
                <p:cNvPr id="61" name="Γραφή 60">
                  <a:extLst>
                    <a:ext uri="{FF2B5EF4-FFF2-40B4-BE49-F238E27FC236}">
                      <a16:creationId xmlns:a16="http://schemas.microsoft.com/office/drawing/2014/main" id="{5C9ABEAF-5761-78B4-C999-525B685D0088}"/>
                    </a:ext>
                  </a:extLst>
                </p:cNvPr>
                <p:cNvPicPr/>
                <p:nvPr/>
              </p:nvPicPr>
              <p:blipFill>
                <a:blip r:embed="rId23"/>
                <a:stretch>
                  <a:fillRect/>
                </a:stretch>
              </p:blipFill>
              <p:spPr>
                <a:xfrm>
                  <a:off x="691307" y="6696253"/>
                  <a:ext cx="363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2" name="Γραφή 61">
                  <a:extLst>
                    <a:ext uri="{FF2B5EF4-FFF2-40B4-BE49-F238E27FC236}">
                      <a16:creationId xmlns:a16="http://schemas.microsoft.com/office/drawing/2014/main" id="{FF691908-2F0B-66A6-7661-00316642F629}"/>
                    </a:ext>
                  </a:extLst>
                </p14:cNvPr>
                <p14:cNvContentPartPr/>
                <p14:nvPr/>
              </p14:nvContentPartPr>
              <p14:xfrm>
                <a:off x="748547" y="6633973"/>
                <a:ext cx="2160" cy="360"/>
              </p14:xfrm>
            </p:contentPart>
          </mc:Choice>
          <mc:Fallback xmlns="">
            <p:pic>
              <p:nvPicPr>
                <p:cNvPr id="62" name="Γραφή 61">
                  <a:extLst>
                    <a:ext uri="{FF2B5EF4-FFF2-40B4-BE49-F238E27FC236}">
                      <a16:creationId xmlns:a16="http://schemas.microsoft.com/office/drawing/2014/main" id="{FF691908-2F0B-66A6-7661-00316642F629}"/>
                    </a:ext>
                  </a:extLst>
                </p:cNvPr>
                <p:cNvPicPr/>
                <p:nvPr/>
              </p:nvPicPr>
              <p:blipFill>
                <a:blip r:embed="rId7"/>
                <a:stretch>
                  <a:fillRect/>
                </a:stretch>
              </p:blipFill>
              <p:spPr>
                <a:xfrm>
                  <a:off x="739907" y="6625333"/>
                  <a:ext cx="19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3" name="Γραφή 62">
                  <a:extLst>
                    <a:ext uri="{FF2B5EF4-FFF2-40B4-BE49-F238E27FC236}">
                      <a16:creationId xmlns:a16="http://schemas.microsoft.com/office/drawing/2014/main" id="{54413CD2-F13D-2BDE-202E-DDC827F781CB}"/>
                    </a:ext>
                  </a:extLst>
                </p14:cNvPr>
                <p14:cNvContentPartPr/>
                <p14:nvPr/>
              </p14:nvContentPartPr>
              <p14:xfrm>
                <a:off x="777707" y="6633973"/>
                <a:ext cx="8280" cy="17640"/>
              </p14:xfrm>
            </p:contentPart>
          </mc:Choice>
          <mc:Fallback xmlns="">
            <p:pic>
              <p:nvPicPr>
                <p:cNvPr id="63" name="Γραφή 62">
                  <a:extLst>
                    <a:ext uri="{FF2B5EF4-FFF2-40B4-BE49-F238E27FC236}">
                      <a16:creationId xmlns:a16="http://schemas.microsoft.com/office/drawing/2014/main" id="{54413CD2-F13D-2BDE-202E-DDC827F781CB}"/>
                    </a:ext>
                  </a:extLst>
                </p:cNvPr>
                <p:cNvPicPr/>
                <p:nvPr/>
              </p:nvPicPr>
              <p:blipFill>
                <a:blip r:embed="rId26"/>
                <a:stretch>
                  <a:fillRect/>
                </a:stretch>
              </p:blipFill>
              <p:spPr>
                <a:xfrm>
                  <a:off x="768707" y="6625333"/>
                  <a:ext cx="259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4" name="Γραφή 63">
                  <a:extLst>
                    <a:ext uri="{FF2B5EF4-FFF2-40B4-BE49-F238E27FC236}">
                      <a16:creationId xmlns:a16="http://schemas.microsoft.com/office/drawing/2014/main" id="{BB4C58DE-E874-3830-B586-BAB6054808DB}"/>
                    </a:ext>
                  </a:extLst>
                </p14:cNvPr>
                <p14:cNvContentPartPr/>
                <p14:nvPr/>
              </p14:nvContentPartPr>
              <p14:xfrm>
                <a:off x="719387" y="6692293"/>
                <a:ext cx="360" cy="360"/>
              </p14:xfrm>
            </p:contentPart>
          </mc:Choice>
          <mc:Fallback xmlns="">
            <p:pic>
              <p:nvPicPr>
                <p:cNvPr id="64" name="Γραφή 63">
                  <a:extLst>
                    <a:ext uri="{FF2B5EF4-FFF2-40B4-BE49-F238E27FC236}">
                      <a16:creationId xmlns:a16="http://schemas.microsoft.com/office/drawing/2014/main" id="{BB4C58DE-E874-3830-B586-BAB6054808DB}"/>
                    </a:ext>
                  </a:extLst>
                </p:cNvPr>
                <p:cNvPicPr/>
                <p:nvPr/>
              </p:nvPicPr>
              <p:blipFill>
                <a:blip r:embed="rId7"/>
                <a:stretch>
                  <a:fillRect/>
                </a:stretch>
              </p:blipFill>
              <p:spPr>
                <a:xfrm>
                  <a:off x="710387" y="668365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5" name="Γραφή 64">
                  <a:extLst>
                    <a:ext uri="{FF2B5EF4-FFF2-40B4-BE49-F238E27FC236}">
                      <a16:creationId xmlns:a16="http://schemas.microsoft.com/office/drawing/2014/main" id="{2AC80D3A-8C26-4570-40F8-7B55432331B0}"/>
                    </a:ext>
                  </a:extLst>
                </p14:cNvPr>
                <p14:cNvContentPartPr/>
                <p14:nvPr/>
              </p14:nvContentPartPr>
              <p14:xfrm>
                <a:off x="739187" y="6750613"/>
                <a:ext cx="360" cy="2160"/>
              </p14:xfrm>
            </p:contentPart>
          </mc:Choice>
          <mc:Fallback xmlns="">
            <p:pic>
              <p:nvPicPr>
                <p:cNvPr id="65" name="Γραφή 64">
                  <a:extLst>
                    <a:ext uri="{FF2B5EF4-FFF2-40B4-BE49-F238E27FC236}">
                      <a16:creationId xmlns:a16="http://schemas.microsoft.com/office/drawing/2014/main" id="{2AC80D3A-8C26-4570-40F8-7B55432331B0}"/>
                    </a:ext>
                  </a:extLst>
                </p:cNvPr>
                <p:cNvPicPr/>
                <p:nvPr/>
              </p:nvPicPr>
              <p:blipFill>
                <a:blip r:embed="rId7"/>
                <a:stretch>
                  <a:fillRect/>
                </a:stretch>
              </p:blipFill>
              <p:spPr>
                <a:xfrm>
                  <a:off x="730187" y="6741973"/>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6" name="Γραφή 65">
                  <a:extLst>
                    <a:ext uri="{FF2B5EF4-FFF2-40B4-BE49-F238E27FC236}">
                      <a16:creationId xmlns:a16="http://schemas.microsoft.com/office/drawing/2014/main" id="{5FEFAADF-58F5-C218-D1F9-98C3A41E2849}"/>
                    </a:ext>
                  </a:extLst>
                </p14:cNvPr>
                <p14:cNvContentPartPr/>
                <p14:nvPr/>
              </p14:nvContentPartPr>
              <p14:xfrm>
                <a:off x="748547" y="6672853"/>
                <a:ext cx="360" cy="10440"/>
              </p14:xfrm>
            </p:contentPart>
          </mc:Choice>
          <mc:Fallback xmlns="">
            <p:pic>
              <p:nvPicPr>
                <p:cNvPr id="66" name="Γραφή 65">
                  <a:extLst>
                    <a:ext uri="{FF2B5EF4-FFF2-40B4-BE49-F238E27FC236}">
                      <a16:creationId xmlns:a16="http://schemas.microsoft.com/office/drawing/2014/main" id="{5FEFAADF-58F5-C218-D1F9-98C3A41E2849}"/>
                    </a:ext>
                  </a:extLst>
                </p:cNvPr>
                <p:cNvPicPr/>
                <p:nvPr/>
              </p:nvPicPr>
              <p:blipFill>
                <a:blip r:embed="rId16"/>
                <a:stretch>
                  <a:fillRect/>
                </a:stretch>
              </p:blipFill>
              <p:spPr>
                <a:xfrm>
                  <a:off x="739907" y="6663853"/>
                  <a:ext cx="180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7" name="Γραφή 66">
                  <a:extLst>
                    <a:ext uri="{FF2B5EF4-FFF2-40B4-BE49-F238E27FC236}">
                      <a16:creationId xmlns:a16="http://schemas.microsoft.com/office/drawing/2014/main" id="{DC81B343-E39D-7D0B-B800-270DAB0F2209}"/>
                    </a:ext>
                  </a:extLst>
                </p14:cNvPr>
                <p14:cNvContentPartPr/>
                <p14:nvPr/>
              </p14:nvContentPartPr>
              <p14:xfrm>
                <a:off x="748547" y="6622813"/>
                <a:ext cx="360" cy="2160"/>
              </p14:xfrm>
            </p:contentPart>
          </mc:Choice>
          <mc:Fallback xmlns="">
            <p:pic>
              <p:nvPicPr>
                <p:cNvPr id="67" name="Γραφή 66">
                  <a:extLst>
                    <a:ext uri="{FF2B5EF4-FFF2-40B4-BE49-F238E27FC236}">
                      <a16:creationId xmlns:a16="http://schemas.microsoft.com/office/drawing/2014/main" id="{DC81B343-E39D-7D0B-B800-270DAB0F2209}"/>
                    </a:ext>
                  </a:extLst>
                </p:cNvPr>
                <p:cNvPicPr/>
                <p:nvPr/>
              </p:nvPicPr>
              <p:blipFill>
                <a:blip r:embed="rId7"/>
                <a:stretch>
                  <a:fillRect/>
                </a:stretch>
              </p:blipFill>
              <p:spPr>
                <a:xfrm>
                  <a:off x="739907" y="6613813"/>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8" name="Γραφή 67">
                  <a:extLst>
                    <a:ext uri="{FF2B5EF4-FFF2-40B4-BE49-F238E27FC236}">
                      <a16:creationId xmlns:a16="http://schemas.microsoft.com/office/drawing/2014/main" id="{8A08D820-B781-E1CA-6233-E0F2FD0A84A5}"/>
                    </a:ext>
                  </a:extLst>
                </p14:cNvPr>
                <p14:cNvContentPartPr/>
                <p14:nvPr/>
              </p14:nvContentPartPr>
              <p14:xfrm>
                <a:off x="703907" y="6653413"/>
                <a:ext cx="6120" cy="30240"/>
              </p14:xfrm>
            </p:contentPart>
          </mc:Choice>
          <mc:Fallback xmlns="">
            <p:pic>
              <p:nvPicPr>
                <p:cNvPr id="68" name="Γραφή 67">
                  <a:extLst>
                    <a:ext uri="{FF2B5EF4-FFF2-40B4-BE49-F238E27FC236}">
                      <a16:creationId xmlns:a16="http://schemas.microsoft.com/office/drawing/2014/main" id="{8A08D820-B781-E1CA-6233-E0F2FD0A84A5}"/>
                    </a:ext>
                  </a:extLst>
                </p:cNvPr>
                <p:cNvPicPr/>
                <p:nvPr/>
              </p:nvPicPr>
              <p:blipFill>
                <a:blip r:embed="rId32"/>
                <a:stretch>
                  <a:fillRect/>
                </a:stretch>
              </p:blipFill>
              <p:spPr>
                <a:xfrm>
                  <a:off x="694907" y="6644413"/>
                  <a:ext cx="237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9" name="Γραφή 68">
                  <a:extLst>
                    <a:ext uri="{FF2B5EF4-FFF2-40B4-BE49-F238E27FC236}">
                      <a16:creationId xmlns:a16="http://schemas.microsoft.com/office/drawing/2014/main" id="{7229826C-5676-E3B1-CE49-BCB78F9418DB}"/>
                    </a:ext>
                  </a:extLst>
                </p14:cNvPr>
                <p14:cNvContentPartPr/>
                <p14:nvPr/>
              </p14:nvContentPartPr>
              <p14:xfrm>
                <a:off x="671147" y="6702013"/>
                <a:ext cx="360" cy="360"/>
              </p14:xfrm>
            </p:contentPart>
          </mc:Choice>
          <mc:Fallback xmlns="">
            <p:pic>
              <p:nvPicPr>
                <p:cNvPr id="69" name="Γραφή 68">
                  <a:extLst>
                    <a:ext uri="{FF2B5EF4-FFF2-40B4-BE49-F238E27FC236}">
                      <a16:creationId xmlns:a16="http://schemas.microsoft.com/office/drawing/2014/main" id="{7229826C-5676-E3B1-CE49-BCB78F9418DB}"/>
                    </a:ext>
                  </a:extLst>
                </p:cNvPr>
                <p:cNvPicPr/>
                <p:nvPr/>
              </p:nvPicPr>
              <p:blipFill>
                <a:blip r:embed="rId7"/>
                <a:stretch>
                  <a:fillRect/>
                </a:stretch>
              </p:blipFill>
              <p:spPr>
                <a:xfrm>
                  <a:off x="662147" y="669337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70" name="Γραφή 69">
                  <a:extLst>
                    <a:ext uri="{FF2B5EF4-FFF2-40B4-BE49-F238E27FC236}">
                      <a16:creationId xmlns:a16="http://schemas.microsoft.com/office/drawing/2014/main" id="{C498DC15-250E-7A36-DD30-5E79E0EC971B}"/>
                    </a:ext>
                  </a:extLst>
                </p14:cNvPr>
                <p14:cNvContentPartPr/>
                <p14:nvPr/>
              </p14:nvContentPartPr>
              <p14:xfrm>
                <a:off x="651347" y="6643693"/>
                <a:ext cx="360" cy="360"/>
              </p14:xfrm>
            </p:contentPart>
          </mc:Choice>
          <mc:Fallback xmlns="">
            <p:pic>
              <p:nvPicPr>
                <p:cNvPr id="70" name="Γραφή 69">
                  <a:extLst>
                    <a:ext uri="{FF2B5EF4-FFF2-40B4-BE49-F238E27FC236}">
                      <a16:creationId xmlns:a16="http://schemas.microsoft.com/office/drawing/2014/main" id="{C498DC15-250E-7A36-DD30-5E79E0EC971B}"/>
                    </a:ext>
                  </a:extLst>
                </p:cNvPr>
                <p:cNvPicPr/>
                <p:nvPr/>
              </p:nvPicPr>
              <p:blipFill>
                <a:blip r:embed="rId7"/>
                <a:stretch>
                  <a:fillRect/>
                </a:stretch>
              </p:blipFill>
              <p:spPr>
                <a:xfrm>
                  <a:off x="642347" y="663469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1" name="Γραφή 70">
                  <a:extLst>
                    <a:ext uri="{FF2B5EF4-FFF2-40B4-BE49-F238E27FC236}">
                      <a16:creationId xmlns:a16="http://schemas.microsoft.com/office/drawing/2014/main" id="{EB90AAF1-2796-737C-7F9E-BD67079DDBB2}"/>
                    </a:ext>
                  </a:extLst>
                </p14:cNvPr>
                <p14:cNvContentPartPr/>
                <p14:nvPr/>
              </p14:nvContentPartPr>
              <p14:xfrm>
                <a:off x="651347" y="6624253"/>
                <a:ext cx="360" cy="360"/>
              </p14:xfrm>
            </p:contentPart>
          </mc:Choice>
          <mc:Fallback xmlns="">
            <p:pic>
              <p:nvPicPr>
                <p:cNvPr id="71" name="Γραφή 70">
                  <a:extLst>
                    <a:ext uri="{FF2B5EF4-FFF2-40B4-BE49-F238E27FC236}">
                      <a16:creationId xmlns:a16="http://schemas.microsoft.com/office/drawing/2014/main" id="{EB90AAF1-2796-737C-7F9E-BD67079DDBB2}"/>
                    </a:ext>
                  </a:extLst>
                </p:cNvPr>
                <p:cNvPicPr/>
                <p:nvPr/>
              </p:nvPicPr>
              <p:blipFill>
                <a:blip r:embed="rId7"/>
                <a:stretch>
                  <a:fillRect/>
                </a:stretch>
              </p:blipFill>
              <p:spPr>
                <a:xfrm>
                  <a:off x="642347" y="66156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4" name="Γραφή 73">
                  <a:extLst>
                    <a:ext uri="{FF2B5EF4-FFF2-40B4-BE49-F238E27FC236}">
                      <a16:creationId xmlns:a16="http://schemas.microsoft.com/office/drawing/2014/main" id="{A18D40C2-9915-6310-9BE0-B5088E4DF631}"/>
                    </a:ext>
                  </a:extLst>
                </p14:cNvPr>
                <p14:cNvContentPartPr/>
                <p14:nvPr/>
              </p14:nvContentPartPr>
              <p14:xfrm>
                <a:off x="739187" y="6663133"/>
                <a:ext cx="360" cy="360"/>
              </p14:xfrm>
            </p:contentPart>
          </mc:Choice>
          <mc:Fallback xmlns="">
            <p:pic>
              <p:nvPicPr>
                <p:cNvPr id="74" name="Γραφή 73">
                  <a:extLst>
                    <a:ext uri="{FF2B5EF4-FFF2-40B4-BE49-F238E27FC236}">
                      <a16:creationId xmlns:a16="http://schemas.microsoft.com/office/drawing/2014/main" id="{A18D40C2-9915-6310-9BE0-B5088E4DF631}"/>
                    </a:ext>
                  </a:extLst>
                </p:cNvPr>
                <p:cNvPicPr/>
                <p:nvPr/>
              </p:nvPicPr>
              <p:blipFill>
                <a:blip r:embed="rId7"/>
                <a:stretch>
                  <a:fillRect/>
                </a:stretch>
              </p:blipFill>
              <p:spPr>
                <a:xfrm>
                  <a:off x="730187" y="66541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75" name="Γραφή 74">
                  <a:extLst>
                    <a:ext uri="{FF2B5EF4-FFF2-40B4-BE49-F238E27FC236}">
                      <a16:creationId xmlns:a16="http://schemas.microsoft.com/office/drawing/2014/main" id="{C21A41BA-E128-0EA1-DF02-B75C712467C2}"/>
                    </a:ext>
                  </a:extLst>
                </p14:cNvPr>
                <p14:cNvContentPartPr/>
                <p14:nvPr/>
              </p14:nvContentPartPr>
              <p14:xfrm>
                <a:off x="739187" y="6682573"/>
                <a:ext cx="360" cy="26280"/>
              </p14:xfrm>
            </p:contentPart>
          </mc:Choice>
          <mc:Fallback xmlns="">
            <p:pic>
              <p:nvPicPr>
                <p:cNvPr id="75" name="Γραφή 74">
                  <a:extLst>
                    <a:ext uri="{FF2B5EF4-FFF2-40B4-BE49-F238E27FC236}">
                      <a16:creationId xmlns:a16="http://schemas.microsoft.com/office/drawing/2014/main" id="{C21A41BA-E128-0EA1-DF02-B75C712467C2}"/>
                    </a:ext>
                  </a:extLst>
                </p:cNvPr>
                <p:cNvPicPr/>
                <p:nvPr/>
              </p:nvPicPr>
              <p:blipFill>
                <a:blip r:embed="rId14"/>
                <a:stretch>
                  <a:fillRect/>
                </a:stretch>
              </p:blipFill>
              <p:spPr>
                <a:xfrm>
                  <a:off x="730187" y="6673933"/>
                  <a:ext cx="180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6" name="Γραφή 75">
                  <a:extLst>
                    <a:ext uri="{FF2B5EF4-FFF2-40B4-BE49-F238E27FC236}">
                      <a16:creationId xmlns:a16="http://schemas.microsoft.com/office/drawing/2014/main" id="{4E1D6EC6-DEB9-ACE0-44EC-CF4F8A24484B}"/>
                    </a:ext>
                  </a:extLst>
                </p14:cNvPr>
                <p14:cNvContentPartPr/>
                <p14:nvPr/>
              </p14:nvContentPartPr>
              <p14:xfrm>
                <a:off x="719387" y="6730813"/>
                <a:ext cx="360" cy="10440"/>
              </p14:xfrm>
            </p:contentPart>
          </mc:Choice>
          <mc:Fallback xmlns="">
            <p:pic>
              <p:nvPicPr>
                <p:cNvPr id="76" name="Γραφή 75">
                  <a:extLst>
                    <a:ext uri="{FF2B5EF4-FFF2-40B4-BE49-F238E27FC236}">
                      <a16:creationId xmlns:a16="http://schemas.microsoft.com/office/drawing/2014/main" id="{4E1D6EC6-DEB9-ACE0-44EC-CF4F8A24484B}"/>
                    </a:ext>
                  </a:extLst>
                </p:cNvPr>
                <p:cNvPicPr/>
                <p:nvPr/>
              </p:nvPicPr>
              <p:blipFill>
                <a:blip r:embed="rId16"/>
                <a:stretch>
                  <a:fillRect/>
                </a:stretch>
              </p:blipFill>
              <p:spPr>
                <a:xfrm>
                  <a:off x="710387" y="6722173"/>
                  <a:ext cx="180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77" name="Γραφή 76">
                  <a:extLst>
                    <a:ext uri="{FF2B5EF4-FFF2-40B4-BE49-F238E27FC236}">
                      <a16:creationId xmlns:a16="http://schemas.microsoft.com/office/drawing/2014/main" id="{D106E722-02B6-0BDE-1D55-F9B433E29738}"/>
                    </a:ext>
                  </a:extLst>
                </p14:cNvPr>
                <p14:cNvContentPartPr/>
                <p14:nvPr/>
              </p14:nvContentPartPr>
              <p14:xfrm>
                <a:off x="719387" y="6750613"/>
                <a:ext cx="360" cy="360"/>
              </p14:xfrm>
            </p:contentPart>
          </mc:Choice>
          <mc:Fallback xmlns="">
            <p:pic>
              <p:nvPicPr>
                <p:cNvPr id="77" name="Γραφή 76">
                  <a:extLst>
                    <a:ext uri="{FF2B5EF4-FFF2-40B4-BE49-F238E27FC236}">
                      <a16:creationId xmlns:a16="http://schemas.microsoft.com/office/drawing/2014/main" id="{D106E722-02B6-0BDE-1D55-F9B433E29738}"/>
                    </a:ext>
                  </a:extLst>
                </p:cNvPr>
                <p:cNvPicPr/>
                <p:nvPr/>
              </p:nvPicPr>
              <p:blipFill>
                <a:blip r:embed="rId7"/>
                <a:stretch>
                  <a:fillRect/>
                </a:stretch>
              </p:blipFill>
              <p:spPr>
                <a:xfrm>
                  <a:off x="710387" y="674197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0" name="Γραφή 79">
                  <a:extLst>
                    <a:ext uri="{FF2B5EF4-FFF2-40B4-BE49-F238E27FC236}">
                      <a16:creationId xmlns:a16="http://schemas.microsoft.com/office/drawing/2014/main" id="{CB238EF9-B651-1BF2-F95F-48AEA62B311E}"/>
                    </a:ext>
                  </a:extLst>
                </p14:cNvPr>
                <p14:cNvContentPartPr/>
                <p14:nvPr/>
              </p14:nvContentPartPr>
              <p14:xfrm>
                <a:off x="602387" y="6653413"/>
                <a:ext cx="360" cy="360"/>
              </p14:xfrm>
            </p:contentPart>
          </mc:Choice>
          <mc:Fallback xmlns="">
            <p:pic>
              <p:nvPicPr>
                <p:cNvPr id="80" name="Γραφή 79">
                  <a:extLst>
                    <a:ext uri="{FF2B5EF4-FFF2-40B4-BE49-F238E27FC236}">
                      <a16:creationId xmlns:a16="http://schemas.microsoft.com/office/drawing/2014/main" id="{CB238EF9-B651-1BF2-F95F-48AEA62B311E}"/>
                    </a:ext>
                  </a:extLst>
                </p:cNvPr>
                <p:cNvPicPr/>
                <p:nvPr/>
              </p:nvPicPr>
              <p:blipFill>
                <a:blip r:embed="rId7"/>
                <a:stretch>
                  <a:fillRect/>
                </a:stretch>
              </p:blipFill>
              <p:spPr>
                <a:xfrm>
                  <a:off x="593747" y="66444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0" name="Γραφή 49">
                  <a:extLst>
                    <a:ext uri="{FF2B5EF4-FFF2-40B4-BE49-F238E27FC236}">
                      <a16:creationId xmlns:a16="http://schemas.microsoft.com/office/drawing/2014/main" id="{5BFA4925-4344-7D52-2CDB-EE3F35093CAA}"/>
                    </a:ext>
                  </a:extLst>
                </p14:cNvPr>
                <p14:cNvContentPartPr/>
                <p14:nvPr/>
              </p14:nvContentPartPr>
              <p14:xfrm>
                <a:off x="661067" y="6702013"/>
                <a:ext cx="360" cy="360"/>
              </p14:xfrm>
            </p:contentPart>
          </mc:Choice>
          <mc:Fallback xmlns="">
            <p:pic>
              <p:nvPicPr>
                <p:cNvPr id="50" name="Γραφή 49">
                  <a:extLst>
                    <a:ext uri="{FF2B5EF4-FFF2-40B4-BE49-F238E27FC236}">
                      <a16:creationId xmlns:a16="http://schemas.microsoft.com/office/drawing/2014/main" id="{5BFA4925-4344-7D52-2CDB-EE3F35093CAA}"/>
                    </a:ext>
                  </a:extLst>
                </p:cNvPr>
                <p:cNvPicPr/>
                <p:nvPr/>
              </p:nvPicPr>
              <p:blipFill>
                <a:blip r:embed="rId7"/>
                <a:stretch>
                  <a:fillRect/>
                </a:stretch>
              </p:blipFill>
              <p:spPr>
                <a:xfrm>
                  <a:off x="652067" y="669337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1" name="Γραφή 50">
                  <a:extLst>
                    <a:ext uri="{FF2B5EF4-FFF2-40B4-BE49-F238E27FC236}">
                      <a16:creationId xmlns:a16="http://schemas.microsoft.com/office/drawing/2014/main" id="{815155A1-79F6-893D-C638-4D690AB6C14D}"/>
                    </a:ext>
                  </a:extLst>
                </p14:cNvPr>
                <p14:cNvContentPartPr/>
                <p14:nvPr/>
              </p14:nvContentPartPr>
              <p14:xfrm>
                <a:off x="651347" y="6681133"/>
                <a:ext cx="360" cy="2160"/>
              </p14:xfrm>
            </p:contentPart>
          </mc:Choice>
          <mc:Fallback xmlns="">
            <p:pic>
              <p:nvPicPr>
                <p:cNvPr id="51" name="Γραφή 50">
                  <a:extLst>
                    <a:ext uri="{FF2B5EF4-FFF2-40B4-BE49-F238E27FC236}">
                      <a16:creationId xmlns:a16="http://schemas.microsoft.com/office/drawing/2014/main" id="{815155A1-79F6-893D-C638-4D690AB6C14D}"/>
                    </a:ext>
                  </a:extLst>
                </p:cNvPr>
                <p:cNvPicPr/>
                <p:nvPr/>
              </p:nvPicPr>
              <p:blipFill>
                <a:blip r:embed="rId7"/>
                <a:stretch>
                  <a:fillRect/>
                </a:stretch>
              </p:blipFill>
              <p:spPr>
                <a:xfrm>
                  <a:off x="642347" y="6672133"/>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8" name="Γραφή 77">
                  <a:extLst>
                    <a:ext uri="{FF2B5EF4-FFF2-40B4-BE49-F238E27FC236}">
                      <a16:creationId xmlns:a16="http://schemas.microsoft.com/office/drawing/2014/main" id="{5891A7A7-B9AC-DDA9-9437-EE8BCA2923C8}"/>
                    </a:ext>
                  </a:extLst>
                </p14:cNvPr>
                <p14:cNvContentPartPr/>
                <p14:nvPr/>
              </p14:nvContentPartPr>
              <p14:xfrm>
                <a:off x="622187" y="6730813"/>
                <a:ext cx="360" cy="360"/>
              </p14:xfrm>
            </p:contentPart>
          </mc:Choice>
          <mc:Fallback xmlns="">
            <p:pic>
              <p:nvPicPr>
                <p:cNvPr id="78" name="Γραφή 77">
                  <a:extLst>
                    <a:ext uri="{FF2B5EF4-FFF2-40B4-BE49-F238E27FC236}">
                      <a16:creationId xmlns:a16="http://schemas.microsoft.com/office/drawing/2014/main" id="{5891A7A7-B9AC-DDA9-9437-EE8BCA2923C8}"/>
                    </a:ext>
                  </a:extLst>
                </p:cNvPr>
                <p:cNvPicPr/>
                <p:nvPr/>
              </p:nvPicPr>
              <p:blipFill>
                <a:blip r:embed="rId7"/>
                <a:stretch>
                  <a:fillRect/>
                </a:stretch>
              </p:blipFill>
              <p:spPr>
                <a:xfrm>
                  <a:off x="613547" y="672217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9" name="Γραφή 78">
                  <a:extLst>
                    <a:ext uri="{FF2B5EF4-FFF2-40B4-BE49-F238E27FC236}">
                      <a16:creationId xmlns:a16="http://schemas.microsoft.com/office/drawing/2014/main" id="{6326409C-BE7F-C4F3-DC40-487381B8301A}"/>
                    </a:ext>
                  </a:extLst>
                </p14:cNvPr>
                <p14:cNvContentPartPr/>
                <p14:nvPr/>
              </p14:nvContentPartPr>
              <p14:xfrm>
                <a:off x="602387" y="6700213"/>
                <a:ext cx="360" cy="2160"/>
              </p14:xfrm>
            </p:contentPart>
          </mc:Choice>
          <mc:Fallback xmlns="">
            <p:pic>
              <p:nvPicPr>
                <p:cNvPr id="79" name="Γραφή 78">
                  <a:extLst>
                    <a:ext uri="{FF2B5EF4-FFF2-40B4-BE49-F238E27FC236}">
                      <a16:creationId xmlns:a16="http://schemas.microsoft.com/office/drawing/2014/main" id="{6326409C-BE7F-C4F3-DC40-487381B8301A}"/>
                    </a:ext>
                  </a:extLst>
                </p:cNvPr>
                <p:cNvPicPr/>
                <p:nvPr/>
              </p:nvPicPr>
              <p:blipFill>
                <a:blip r:embed="rId7"/>
                <a:stretch>
                  <a:fillRect/>
                </a:stretch>
              </p:blipFill>
              <p:spPr>
                <a:xfrm>
                  <a:off x="593747" y="6691573"/>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81" name="Γραφή 80">
                  <a:extLst>
                    <a:ext uri="{FF2B5EF4-FFF2-40B4-BE49-F238E27FC236}">
                      <a16:creationId xmlns:a16="http://schemas.microsoft.com/office/drawing/2014/main" id="{56627715-3D3E-9450-91DD-2697B222D8DE}"/>
                    </a:ext>
                  </a:extLst>
                </p14:cNvPr>
                <p14:cNvContentPartPr/>
                <p14:nvPr/>
              </p14:nvContentPartPr>
              <p14:xfrm>
                <a:off x="641627" y="6682573"/>
                <a:ext cx="360" cy="360"/>
              </p14:xfrm>
            </p:contentPart>
          </mc:Choice>
          <mc:Fallback xmlns="">
            <p:pic>
              <p:nvPicPr>
                <p:cNvPr id="81" name="Γραφή 80">
                  <a:extLst>
                    <a:ext uri="{FF2B5EF4-FFF2-40B4-BE49-F238E27FC236}">
                      <a16:creationId xmlns:a16="http://schemas.microsoft.com/office/drawing/2014/main" id="{56627715-3D3E-9450-91DD-2697B222D8DE}"/>
                    </a:ext>
                  </a:extLst>
                </p:cNvPr>
                <p:cNvPicPr/>
                <p:nvPr/>
              </p:nvPicPr>
              <p:blipFill>
                <a:blip r:embed="rId7"/>
                <a:stretch>
                  <a:fillRect/>
                </a:stretch>
              </p:blipFill>
              <p:spPr>
                <a:xfrm>
                  <a:off x="632627" y="66739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82" name="Γραφή 81">
                  <a:extLst>
                    <a:ext uri="{FF2B5EF4-FFF2-40B4-BE49-F238E27FC236}">
                      <a16:creationId xmlns:a16="http://schemas.microsoft.com/office/drawing/2014/main" id="{6E2138F8-CDC4-7275-9685-79C15DDF1A52}"/>
                    </a:ext>
                  </a:extLst>
                </p14:cNvPr>
                <p14:cNvContentPartPr/>
                <p14:nvPr/>
              </p14:nvContentPartPr>
              <p14:xfrm>
                <a:off x="651347" y="6682573"/>
                <a:ext cx="7920" cy="26280"/>
              </p14:xfrm>
            </p:contentPart>
          </mc:Choice>
          <mc:Fallback xmlns="">
            <p:pic>
              <p:nvPicPr>
                <p:cNvPr id="82" name="Γραφή 81">
                  <a:extLst>
                    <a:ext uri="{FF2B5EF4-FFF2-40B4-BE49-F238E27FC236}">
                      <a16:creationId xmlns:a16="http://schemas.microsoft.com/office/drawing/2014/main" id="{6E2138F8-CDC4-7275-9685-79C15DDF1A52}"/>
                    </a:ext>
                  </a:extLst>
                </p:cNvPr>
                <p:cNvPicPr/>
                <p:nvPr/>
              </p:nvPicPr>
              <p:blipFill>
                <a:blip r:embed="rId47"/>
                <a:stretch>
                  <a:fillRect/>
                </a:stretch>
              </p:blipFill>
              <p:spPr>
                <a:xfrm>
                  <a:off x="642347" y="6673933"/>
                  <a:ext cx="255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83" name="Γραφή 82">
                  <a:extLst>
                    <a:ext uri="{FF2B5EF4-FFF2-40B4-BE49-F238E27FC236}">
                      <a16:creationId xmlns:a16="http://schemas.microsoft.com/office/drawing/2014/main" id="{2F133E91-ABA5-9A50-56AD-AC02F804C2E2}"/>
                    </a:ext>
                  </a:extLst>
                </p14:cNvPr>
                <p14:cNvContentPartPr/>
                <p14:nvPr/>
              </p14:nvContentPartPr>
              <p14:xfrm>
                <a:off x="661067" y="6730813"/>
                <a:ext cx="360" cy="18000"/>
              </p14:xfrm>
            </p:contentPart>
          </mc:Choice>
          <mc:Fallback xmlns="">
            <p:pic>
              <p:nvPicPr>
                <p:cNvPr id="83" name="Γραφή 82">
                  <a:extLst>
                    <a:ext uri="{FF2B5EF4-FFF2-40B4-BE49-F238E27FC236}">
                      <a16:creationId xmlns:a16="http://schemas.microsoft.com/office/drawing/2014/main" id="{2F133E91-ABA5-9A50-56AD-AC02F804C2E2}"/>
                    </a:ext>
                  </a:extLst>
                </p:cNvPr>
                <p:cNvPicPr/>
                <p:nvPr/>
              </p:nvPicPr>
              <p:blipFill>
                <a:blip r:embed="rId20"/>
                <a:stretch>
                  <a:fillRect/>
                </a:stretch>
              </p:blipFill>
              <p:spPr>
                <a:xfrm>
                  <a:off x="652067" y="6722173"/>
                  <a:ext cx="180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86" name="Γραφή 85">
                  <a:extLst>
                    <a:ext uri="{FF2B5EF4-FFF2-40B4-BE49-F238E27FC236}">
                      <a16:creationId xmlns:a16="http://schemas.microsoft.com/office/drawing/2014/main" id="{896D0B20-AF04-E828-3AC5-23C175E593BC}"/>
                    </a:ext>
                  </a:extLst>
                </p14:cNvPr>
                <p14:cNvContentPartPr/>
                <p14:nvPr/>
              </p14:nvContentPartPr>
              <p14:xfrm>
                <a:off x="846107" y="6682573"/>
                <a:ext cx="2160" cy="360"/>
              </p14:xfrm>
            </p:contentPart>
          </mc:Choice>
          <mc:Fallback xmlns="">
            <p:pic>
              <p:nvPicPr>
                <p:cNvPr id="86" name="Γραφή 85">
                  <a:extLst>
                    <a:ext uri="{FF2B5EF4-FFF2-40B4-BE49-F238E27FC236}">
                      <a16:creationId xmlns:a16="http://schemas.microsoft.com/office/drawing/2014/main" id="{896D0B20-AF04-E828-3AC5-23C175E593BC}"/>
                    </a:ext>
                  </a:extLst>
                </p:cNvPr>
                <p:cNvPicPr/>
                <p:nvPr/>
              </p:nvPicPr>
              <p:blipFill>
                <a:blip r:embed="rId7"/>
                <a:stretch>
                  <a:fillRect/>
                </a:stretch>
              </p:blipFill>
              <p:spPr>
                <a:xfrm>
                  <a:off x="837467" y="6673933"/>
                  <a:ext cx="19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7" name="Γραφή 86">
                  <a:extLst>
                    <a:ext uri="{FF2B5EF4-FFF2-40B4-BE49-F238E27FC236}">
                      <a16:creationId xmlns:a16="http://schemas.microsoft.com/office/drawing/2014/main" id="{42D07F40-B941-6EFF-6EC3-9218DDF0F998}"/>
                    </a:ext>
                  </a:extLst>
                </p14:cNvPr>
                <p14:cNvContentPartPr/>
                <p14:nvPr/>
              </p14:nvContentPartPr>
              <p14:xfrm>
                <a:off x="797507" y="6663133"/>
                <a:ext cx="360" cy="360"/>
              </p14:xfrm>
            </p:contentPart>
          </mc:Choice>
          <mc:Fallback xmlns="">
            <p:pic>
              <p:nvPicPr>
                <p:cNvPr id="87" name="Γραφή 86">
                  <a:extLst>
                    <a:ext uri="{FF2B5EF4-FFF2-40B4-BE49-F238E27FC236}">
                      <a16:creationId xmlns:a16="http://schemas.microsoft.com/office/drawing/2014/main" id="{42D07F40-B941-6EFF-6EC3-9218DDF0F998}"/>
                    </a:ext>
                  </a:extLst>
                </p:cNvPr>
                <p:cNvPicPr/>
                <p:nvPr/>
              </p:nvPicPr>
              <p:blipFill>
                <a:blip r:embed="rId7"/>
                <a:stretch>
                  <a:fillRect/>
                </a:stretch>
              </p:blipFill>
              <p:spPr>
                <a:xfrm>
                  <a:off x="788507" y="66541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8" name="Γραφή 87">
                  <a:extLst>
                    <a:ext uri="{FF2B5EF4-FFF2-40B4-BE49-F238E27FC236}">
                      <a16:creationId xmlns:a16="http://schemas.microsoft.com/office/drawing/2014/main" id="{FA4E9178-B1B1-9DCE-A632-BF47234A7338}"/>
                    </a:ext>
                  </a:extLst>
                </p14:cNvPr>
                <p14:cNvContentPartPr/>
                <p14:nvPr/>
              </p14:nvContentPartPr>
              <p14:xfrm>
                <a:off x="797507" y="6643693"/>
                <a:ext cx="34560" cy="11880"/>
              </p14:xfrm>
            </p:contentPart>
          </mc:Choice>
          <mc:Fallback xmlns="">
            <p:pic>
              <p:nvPicPr>
                <p:cNvPr id="88" name="Γραφή 87">
                  <a:extLst>
                    <a:ext uri="{FF2B5EF4-FFF2-40B4-BE49-F238E27FC236}">
                      <a16:creationId xmlns:a16="http://schemas.microsoft.com/office/drawing/2014/main" id="{FA4E9178-B1B1-9DCE-A632-BF47234A7338}"/>
                    </a:ext>
                  </a:extLst>
                </p:cNvPr>
                <p:cNvPicPr/>
                <p:nvPr/>
              </p:nvPicPr>
              <p:blipFill>
                <a:blip r:embed="rId52"/>
                <a:stretch>
                  <a:fillRect/>
                </a:stretch>
              </p:blipFill>
              <p:spPr>
                <a:xfrm>
                  <a:off x="788507" y="6634693"/>
                  <a:ext cx="522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89" name="Γραφή 88">
                  <a:extLst>
                    <a:ext uri="{FF2B5EF4-FFF2-40B4-BE49-F238E27FC236}">
                      <a16:creationId xmlns:a16="http://schemas.microsoft.com/office/drawing/2014/main" id="{93DC111F-FE3D-A6FB-5B38-3C1B6ADA6901}"/>
                    </a:ext>
                  </a:extLst>
                </p14:cNvPr>
                <p14:cNvContentPartPr/>
                <p14:nvPr/>
              </p14:nvContentPartPr>
              <p14:xfrm>
                <a:off x="836027" y="6663133"/>
                <a:ext cx="360" cy="26640"/>
              </p14:xfrm>
            </p:contentPart>
          </mc:Choice>
          <mc:Fallback xmlns="">
            <p:pic>
              <p:nvPicPr>
                <p:cNvPr id="89" name="Γραφή 88">
                  <a:extLst>
                    <a:ext uri="{FF2B5EF4-FFF2-40B4-BE49-F238E27FC236}">
                      <a16:creationId xmlns:a16="http://schemas.microsoft.com/office/drawing/2014/main" id="{93DC111F-FE3D-A6FB-5B38-3C1B6ADA6901}"/>
                    </a:ext>
                  </a:extLst>
                </p:cNvPr>
                <p:cNvPicPr/>
                <p:nvPr/>
              </p:nvPicPr>
              <p:blipFill>
                <a:blip r:embed="rId14"/>
                <a:stretch>
                  <a:fillRect/>
                </a:stretch>
              </p:blipFill>
              <p:spPr>
                <a:xfrm>
                  <a:off x="827027" y="6654133"/>
                  <a:ext cx="180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90" name="Γραφή 89">
                  <a:extLst>
                    <a:ext uri="{FF2B5EF4-FFF2-40B4-BE49-F238E27FC236}">
                      <a16:creationId xmlns:a16="http://schemas.microsoft.com/office/drawing/2014/main" id="{FDD12A4C-B686-C42F-36EF-011374E5A193}"/>
                    </a:ext>
                  </a:extLst>
                </p14:cNvPr>
                <p14:cNvContentPartPr/>
                <p14:nvPr/>
              </p14:nvContentPartPr>
              <p14:xfrm>
                <a:off x="826307" y="6702013"/>
                <a:ext cx="360" cy="10080"/>
              </p14:xfrm>
            </p:contentPart>
          </mc:Choice>
          <mc:Fallback xmlns="">
            <p:pic>
              <p:nvPicPr>
                <p:cNvPr id="90" name="Γραφή 89">
                  <a:extLst>
                    <a:ext uri="{FF2B5EF4-FFF2-40B4-BE49-F238E27FC236}">
                      <a16:creationId xmlns:a16="http://schemas.microsoft.com/office/drawing/2014/main" id="{FDD12A4C-B686-C42F-36EF-011374E5A193}"/>
                    </a:ext>
                  </a:extLst>
                </p:cNvPr>
                <p:cNvPicPr/>
                <p:nvPr/>
              </p:nvPicPr>
              <p:blipFill>
                <a:blip r:embed="rId16"/>
                <a:stretch>
                  <a:fillRect/>
                </a:stretch>
              </p:blipFill>
              <p:spPr>
                <a:xfrm>
                  <a:off x="817667" y="6693373"/>
                  <a:ext cx="180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2" name="Γραφή 91">
                  <a:extLst>
                    <a:ext uri="{FF2B5EF4-FFF2-40B4-BE49-F238E27FC236}">
                      <a16:creationId xmlns:a16="http://schemas.microsoft.com/office/drawing/2014/main" id="{ED79AA5D-425D-275E-7544-3925D2922C37}"/>
                    </a:ext>
                  </a:extLst>
                </p14:cNvPr>
                <p14:cNvContentPartPr/>
                <p14:nvPr/>
              </p14:nvContentPartPr>
              <p14:xfrm>
                <a:off x="651347" y="6681133"/>
                <a:ext cx="360" cy="2160"/>
              </p14:xfrm>
            </p:contentPart>
          </mc:Choice>
          <mc:Fallback xmlns="">
            <p:pic>
              <p:nvPicPr>
                <p:cNvPr id="92" name="Γραφή 91">
                  <a:extLst>
                    <a:ext uri="{FF2B5EF4-FFF2-40B4-BE49-F238E27FC236}">
                      <a16:creationId xmlns:a16="http://schemas.microsoft.com/office/drawing/2014/main" id="{ED79AA5D-425D-275E-7544-3925D2922C37}"/>
                    </a:ext>
                  </a:extLst>
                </p:cNvPr>
                <p:cNvPicPr/>
                <p:nvPr/>
              </p:nvPicPr>
              <p:blipFill>
                <a:blip r:embed="rId7"/>
                <a:stretch>
                  <a:fillRect/>
                </a:stretch>
              </p:blipFill>
              <p:spPr>
                <a:xfrm>
                  <a:off x="642347" y="6672133"/>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93" name="Γραφή 92">
                  <a:extLst>
                    <a:ext uri="{FF2B5EF4-FFF2-40B4-BE49-F238E27FC236}">
                      <a16:creationId xmlns:a16="http://schemas.microsoft.com/office/drawing/2014/main" id="{64C29917-33BF-F7C2-9222-F62A46B18AA4}"/>
                    </a:ext>
                  </a:extLst>
                </p14:cNvPr>
                <p14:cNvContentPartPr/>
                <p14:nvPr/>
              </p14:nvContentPartPr>
              <p14:xfrm>
                <a:off x="641627" y="6653413"/>
                <a:ext cx="360" cy="360"/>
              </p14:xfrm>
            </p:contentPart>
          </mc:Choice>
          <mc:Fallback xmlns="">
            <p:pic>
              <p:nvPicPr>
                <p:cNvPr id="93" name="Γραφή 92">
                  <a:extLst>
                    <a:ext uri="{FF2B5EF4-FFF2-40B4-BE49-F238E27FC236}">
                      <a16:creationId xmlns:a16="http://schemas.microsoft.com/office/drawing/2014/main" id="{64C29917-33BF-F7C2-9222-F62A46B18AA4}"/>
                    </a:ext>
                  </a:extLst>
                </p:cNvPr>
                <p:cNvPicPr/>
                <p:nvPr/>
              </p:nvPicPr>
              <p:blipFill>
                <a:blip r:embed="rId7"/>
                <a:stretch>
                  <a:fillRect/>
                </a:stretch>
              </p:blipFill>
              <p:spPr>
                <a:xfrm>
                  <a:off x="632627" y="664441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94" name="Γραφή 93">
                  <a:extLst>
                    <a:ext uri="{FF2B5EF4-FFF2-40B4-BE49-F238E27FC236}">
                      <a16:creationId xmlns:a16="http://schemas.microsoft.com/office/drawing/2014/main" id="{2B6E1B64-C83A-D33C-D9F7-392B220DEDE3}"/>
                    </a:ext>
                  </a:extLst>
                </p14:cNvPr>
                <p14:cNvContentPartPr/>
                <p14:nvPr/>
              </p14:nvContentPartPr>
              <p14:xfrm>
                <a:off x="641627" y="6653413"/>
                <a:ext cx="16560" cy="10080"/>
              </p14:xfrm>
            </p:contentPart>
          </mc:Choice>
          <mc:Fallback xmlns="">
            <p:pic>
              <p:nvPicPr>
                <p:cNvPr id="94" name="Γραφή 93">
                  <a:extLst>
                    <a:ext uri="{FF2B5EF4-FFF2-40B4-BE49-F238E27FC236}">
                      <a16:creationId xmlns:a16="http://schemas.microsoft.com/office/drawing/2014/main" id="{2B6E1B64-C83A-D33C-D9F7-392B220DEDE3}"/>
                    </a:ext>
                  </a:extLst>
                </p:cNvPr>
                <p:cNvPicPr/>
                <p:nvPr/>
              </p:nvPicPr>
              <p:blipFill>
                <a:blip r:embed="rId58"/>
                <a:stretch>
                  <a:fillRect/>
                </a:stretch>
              </p:blipFill>
              <p:spPr>
                <a:xfrm>
                  <a:off x="632627" y="6644413"/>
                  <a:ext cx="342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95" name="Γραφή 94">
                  <a:extLst>
                    <a:ext uri="{FF2B5EF4-FFF2-40B4-BE49-F238E27FC236}">
                      <a16:creationId xmlns:a16="http://schemas.microsoft.com/office/drawing/2014/main" id="{886FF96B-E5D2-222F-6E1C-728B8165D18F}"/>
                    </a:ext>
                  </a:extLst>
                </p14:cNvPr>
                <p14:cNvContentPartPr/>
                <p14:nvPr/>
              </p14:nvContentPartPr>
              <p14:xfrm>
                <a:off x="690227" y="6702013"/>
                <a:ext cx="4320" cy="2160"/>
              </p14:xfrm>
            </p:contentPart>
          </mc:Choice>
          <mc:Fallback xmlns="">
            <p:pic>
              <p:nvPicPr>
                <p:cNvPr id="95" name="Γραφή 94">
                  <a:extLst>
                    <a:ext uri="{FF2B5EF4-FFF2-40B4-BE49-F238E27FC236}">
                      <a16:creationId xmlns:a16="http://schemas.microsoft.com/office/drawing/2014/main" id="{886FF96B-E5D2-222F-6E1C-728B8165D18F}"/>
                    </a:ext>
                  </a:extLst>
                </p:cNvPr>
                <p:cNvPicPr/>
                <p:nvPr/>
              </p:nvPicPr>
              <p:blipFill>
                <a:blip r:embed="rId7"/>
                <a:stretch>
                  <a:fillRect/>
                </a:stretch>
              </p:blipFill>
              <p:spPr>
                <a:xfrm>
                  <a:off x="681587" y="6693373"/>
                  <a:ext cx="2196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6" name="Γραφή 95">
                  <a:extLst>
                    <a:ext uri="{FF2B5EF4-FFF2-40B4-BE49-F238E27FC236}">
                      <a16:creationId xmlns:a16="http://schemas.microsoft.com/office/drawing/2014/main" id="{09150BD8-F073-081D-544D-D2EE8AA16142}"/>
                    </a:ext>
                  </a:extLst>
                </p14:cNvPr>
                <p14:cNvContentPartPr/>
                <p14:nvPr/>
              </p14:nvContentPartPr>
              <p14:xfrm>
                <a:off x="699947" y="6663133"/>
                <a:ext cx="360" cy="360"/>
              </p14:xfrm>
            </p:contentPart>
          </mc:Choice>
          <mc:Fallback xmlns="">
            <p:pic>
              <p:nvPicPr>
                <p:cNvPr id="96" name="Γραφή 95">
                  <a:extLst>
                    <a:ext uri="{FF2B5EF4-FFF2-40B4-BE49-F238E27FC236}">
                      <a16:creationId xmlns:a16="http://schemas.microsoft.com/office/drawing/2014/main" id="{09150BD8-F073-081D-544D-D2EE8AA16142}"/>
                    </a:ext>
                  </a:extLst>
                </p:cNvPr>
                <p:cNvPicPr/>
                <p:nvPr/>
              </p:nvPicPr>
              <p:blipFill>
                <a:blip r:embed="rId7"/>
                <a:stretch>
                  <a:fillRect/>
                </a:stretch>
              </p:blipFill>
              <p:spPr>
                <a:xfrm>
                  <a:off x="691307" y="66541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7" name="Γραφή 96">
                  <a:extLst>
                    <a:ext uri="{FF2B5EF4-FFF2-40B4-BE49-F238E27FC236}">
                      <a16:creationId xmlns:a16="http://schemas.microsoft.com/office/drawing/2014/main" id="{F4F7455B-9DDC-0BB3-FAA0-8474336D3347}"/>
                    </a:ext>
                  </a:extLst>
                </p14:cNvPr>
                <p14:cNvContentPartPr/>
                <p14:nvPr/>
              </p14:nvContentPartPr>
              <p14:xfrm>
                <a:off x="680507" y="6633973"/>
                <a:ext cx="360" cy="10080"/>
              </p14:xfrm>
            </p:contentPart>
          </mc:Choice>
          <mc:Fallback xmlns="">
            <p:pic>
              <p:nvPicPr>
                <p:cNvPr id="97" name="Γραφή 96">
                  <a:extLst>
                    <a:ext uri="{FF2B5EF4-FFF2-40B4-BE49-F238E27FC236}">
                      <a16:creationId xmlns:a16="http://schemas.microsoft.com/office/drawing/2014/main" id="{F4F7455B-9DDC-0BB3-FAA0-8474336D3347}"/>
                    </a:ext>
                  </a:extLst>
                </p:cNvPr>
                <p:cNvPicPr/>
                <p:nvPr/>
              </p:nvPicPr>
              <p:blipFill>
                <a:blip r:embed="rId16"/>
                <a:stretch>
                  <a:fillRect/>
                </a:stretch>
              </p:blipFill>
              <p:spPr>
                <a:xfrm>
                  <a:off x="671867" y="6625333"/>
                  <a:ext cx="180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8" name="Γραφή 97">
                  <a:extLst>
                    <a:ext uri="{FF2B5EF4-FFF2-40B4-BE49-F238E27FC236}">
                      <a16:creationId xmlns:a16="http://schemas.microsoft.com/office/drawing/2014/main" id="{D2DF41C5-5A7B-7D4A-A557-F46EAE737275}"/>
                    </a:ext>
                  </a:extLst>
                </p14:cNvPr>
                <p14:cNvContentPartPr/>
                <p14:nvPr/>
              </p14:nvContentPartPr>
              <p14:xfrm>
                <a:off x="680507" y="6692293"/>
                <a:ext cx="6120" cy="20520"/>
              </p14:xfrm>
            </p:contentPart>
          </mc:Choice>
          <mc:Fallback xmlns="">
            <p:pic>
              <p:nvPicPr>
                <p:cNvPr id="98" name="Γραφή 97">
                  <a:extLst>
                    <a:ext uri="{FF2B5EF4-FFF2-40B4-BE49-F238E27FC236}">
                      <a16:creationId xmlns:a16="http://schemas.microsoft.com/office/drawing/2014/main" id="{D2DF41C5-5A7B-7D4A-A557-F46EAE737275}"/>
                    </a:ext>
                  </a:extLst>
                </p:cNvPr>
                <p:cNvPicPr/>
                <p:nvPr/>
              </p:nvPicPr>
              <p:blipFill>
                <a:blip r:embed="rId63"/>
                <a:stretch>
                  <a:fillRect/>
                </a:stretch>
              </p:blipFill>
              <p:spPr>
                <a:xfrm>
                  <a:off x="671867" y="6683653"/>
                  <a:ext cx="237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9" name="Γραφή 98">
                  <a:extLst>
                    <a:ext uri="{FF2B5EF4-FFF2-40B4-BE49-F238E27FC236}">
                      <a16:creationId xmlns:a16="http://schemas.microsoft.com/office/drawing/2014/main" id="{43B63EEA-AE1D-9D33-DBA9-3B31F219E71F}"/>
                    </a:ext>
                  </a:extLst>
                </p14:cNvPr>
                <p14:cNvContentPartPr/>
                <p14:nvPr/>
              </p14:nvContentPartPr>
              <p14:xfrm>
                <a:off x="690227" y="6721453"/>
                <a:ext cx="360" cy="360"/>
              </p14:xfrm>
            </p:contentPart>
          </mc:Choice>
          <mc:Fallback xmlns="">
            <p:pic>
              <p:nvPicPr>
                <p:cNvPr id="99" name="Γραφή 98">
                  <a:extLst>
                    <a:ext uri="{FF2B5EF4-FFF2-40B4-BE49-F238E27FC236}">
                      <a16:creationId xmlns:a16="http://schemas.microsoft.com/office/drawing/2014/main" id="{43B63EEA-AE1D-9D33-DBA9-3B31F219E71F}"/>
                    </a:ext>
                  </a:extLst>
                </p:cNvPr>
                <p:cNvPicPr/>
                <p:nvPr/>
              </p:nvPicPr>
              <p:blipFill>
                <a:blip r:embed="rId7"/>
                <a:stretch>
                  <a:fillRect/>
                </a:stretch>
              </p:blipFill>
              <p:spPr>
                <a:xfrm>
                  <a:off x="681587" y="671245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00" name="Γραφή 99">
                  <a:extLst>
                    <a:ext uri="{FF2B5EF4-FFF2-40B4-BE49-F238E27FC236}">
                      <a16:creationId xmlns:a16="http://schemas.microsoft.com/office/drawing/2014/main" id="{675E2B0E-0A3E-110D-61DA-EE70435CB434}"/>
                    </a:ext>
                  </a:extLst>
                </p14:cNvPr>
                <p14:cNvContentPartPr/>
                <p14:nvPr/>
              </p14:nvContentPartPr>
              <p14:xfrm>
                <a:off x="674747" y="6656293"/>
                <a:ext cx="6120" cy="36360"/>
              </p14:xfrm>
            </p:contentPart>
          </mc:Choice>
          <mc:Fallback xmlns="">
            <p:pic>
              <p:nvPicPr>
                <p:cNvPr id="100" name="Γραφή 99">
                  <a:extLst>
                    <a:ext uri="{FF2B5EF4-FFF2-40B4-BE49-F238E27FC236}">
                      <a16:creationId xmlns:a16="http://schemas.microsoft.com/office/drawing/2014/main" id="{675E2B0E-0A3E-110D-61DA-EE70435CB434}"/>
                    </a:ext>
                  </a:extLst>
                </p:cNvPr>
                <p:cNvPicPr/>
                <p:nvPr/>
              </p:nvPicPr>
              <p:blipFill>
                <a:blip r:embed="rId66"/>
                <a:stretch>
                  <a:fillRect/>
                </a:stretch>
              </p:blipFill>
              <p:spPr>
                <a:xfrm>
                  <a:off x="666107" y="6647653"/>
                  <a:ext cx="237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2" name="Γραφή 101">
                  <a:extLst>
                    <a:ext uri="{FF2B5EF4-FFF2-40B4-BE49-F238E27FC236}">
                      <a16:creationId xmlns:a16="http://schemas.microsoft.com/office/drawing/2014/main" id="{399A3261-01CF-B909-8E58-C15690A8B463}"/>
                    </a:ext>
                  </a:extLst>
                </p14:cNvPr>
                <p14:cNvContentPartPr/>
                <p14:nvPr/>
              </p14:nvContentPartPr>
              <p14:xfrm>
                <a:off x="661067" y="6633973"/>
                <a:ext cx="48600" cy="133920"/>
              </p14:xfrm>
            </p:contentPart>
          </mc:Choice>
          <mc:Fallback xmlns="">
            <p:pic>
              <p:nvPicPr>
                <p:cNvPr id="102" name="Γραφή 101">
                  <a:extLst>
                    <a:ext uri="{FF2B5EF4-FFF2-40B4-BE49-F238E27FC236}">
                      <a16:creationId xmlns:a16="http://schemas.microsoft.com/office/drawing/2014/main" id="{399A3261-01CF-B909-8E58-C15690A8B463}"/>
                    </a:ext>
                  </a:extLst>
                </p:cNvPr>
                <p:cNvPicPr/>
                <p:nvPr/>
              </p:nvPicPr>
              <p:blipFill>
                <a:blip r:embed="rId68"/>
                <a:stretch>
                  <a:fillRect/>
                </a:stretch>
              </p:blipFill>
              <p:spPr>
                <a:xfrm>
                  <a:off x="652067" y="6625333"/>
                  <a:ext cx="662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4" name="Γραφή 103">
                  <a:extLst>
                    <a:ext uri="{FF2B5EF4-FFF2-40B4-BE49-F238E27FC236}">
                      <a16:creationId xmlns:a16="http://schemas.microsoft.com/office/drawing/2014/main" id="{71D8E67C-D63D-6C2F-5414-3B46541EA2D5}"/>
                    </a:ext>
                  </a:extLst>
                </p14:cNvPr>
                <p14:cNvContentPartPr/>
                <p14:nvPr/>
              </p14:nvContentPartPr>
              <p14:xfrm>
                <a:off x="739187" y="6631453"/>
                <a:ext cx="49680" cy="137880"/>
              </p14:xfrm>
            </p:contentPart>
          </mc:Choice>
          <mc:Fallback xmlns="">
            <p:pic>
              <p:nvPicPr>
                <p:cNvPr id="104" name="Γραφή 103">
                  <a:extLst>
                    <a:ext uri="{FF2B5EF4-FFF2-40B4-BE49-F238E27FC236}">
                      <a16:creationId xmlns:a16="http://schemas.microsoft.com/office/drawing/2014/main" id="{71D8E67C-D63D-6C2F-5414-3B46541EA2D5}"/>
                    </a:ext>
                  </a:extLst>
                </p:cNvPr>
                <p:cNvPicPr/>
                <p:nvPr/>
              </p:nvPicPr>
              <p:blipFill>
                <a:blip r:embed="rId70"/>
                <a:stretch>
                  <a:fillRect/>
                </a:stretch>
              </p:blipFill>
              <p:spPr>
                <a:xfrm>
                  <a:off x="730187" y="6622813"/>
                  <a:ext cx="673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6" name="Γραφή 105">
                  <a:extLst>
                    <a:ext uri="{FF2B5EF4-FFF2-40B4-BE49-F238E27FC236}">
                      <a16:creationId xmlns:a16="http://schemas.microsoft.com/office/drawing/2014/main" id="{E42DBE8A-09AC-5ED9-3DC5-794FA13CC8FA}"/>
                    </a:ext>
                  </a:extLst>
                </p14:cNvPr>
                <p14:cNvContentPartPr/>
                <p14:nvPr/>
              </p14:nvContentPartPr>
              <p14:xfrm>
                <a:off x="581867" y="6624253"/>
                <a:ext cx="131040" cy="143280"/>
              </p14:xfrm>
            </p:contentPart>
          </mc:Choice>
          <mc:Fallback xmlns="">
            <p:pic>
              <p:nvPicPr>
                <p:cNvPr id="106" name="Γραφή 105">
                  <a:extLst>
                    <a:ext uri="{FF2B5EF4-FFF2-40B4-BE49-F238E27FC236}">
                      <a16:creationId xmlns:a16="http://schemas.microsoft.com/office/drawing/2014/main" id="{E42DBE8A-09AC-5ED9-3DC5-794FA13CC8FA}"/>
                    </a:ext>
                  </a:extLst>
                </p:cNvPr>
                <p:cNvPicPr/>
                <p:nvPr/>
              </p:nvPicPr>
              <p:blipFill>
                <a:blip r:embed="rId72"/>
                <a:stretch>
                  <a:fillRect/>
                </a:stretch>
              </p:blipFill>
              <p:spPr>
                <a:xfrm>
                  <a:off x="572867" y="6615613"/>
                  <a:ext cx="1486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9" name="Γραφή 108">
                  <a:extLst>
                    <a:ext uri="{FF2B5EF4-FFF2-40B4-BE49-F238E27FC236}">
                      <a16:creationId xmlns:a16="http://schemas.microsoft.com/office/drawing/2014/main" id="{A37B5EF9-9672-9DCE-1AAD-64896B20C7EF}"/>
                    </a:ext>
                  </a:extLst>
                </p14:cNvPr>
                <p14:cNvContentPartPr/>
                <p14:nvPr/>
              </p14:nvContentPartPr>
              <p14:xfrm>
                <a:off x="699947" y="6643693"/>
                <a:ext cx="23040" cy="7920"/>
              </p14:xfrm>
            </p:contentPart>
          </mc:Choice>
          <mc:Fallback xmlns="">
            <p:pic>
              <p:nvPicPr>
                <p:cNvPr id="109" name="Γραφή 108">
                  <a:extLst>
                    <a:ext uri="{FF2B5EF4-FFF2-40B4-BE49-F238E27FC236}">
                      <a16:creationId xmlns:a16="http://schemas.microsoft.com/office/drawing/2014/main" id="{A37B5EF9-9672-9DCE-1AAD-64896B20C7EF}"/>
                    </a:ext>
                  </a:extLst>
                </p:cNvPr>
                <p:cNvPicPr/>
                <p:nvPr/>
              </p:nvPicPr>
              <p:blipFill>
                <a:blip r:embed="rId74"/>
                <a:stretch>
                  <a:fillRect/>
                </a:stretch>
              </p:blipFill>
              <p:spPr>
                <a:xfrm>
                  <a:off x="691307" y="6634693"/>
                  <a:ext cx="40680" cy="25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5">
            <p14:nvContentPartPr>
              <p14:cNvPr id="112" name="Γραφή 111">
                <a:extLst>
                  <a:ext uri="{FF2B5EF4-FFF2-40B4-BE49-F238E27FC236}">
                    <a16:creationId xmlns:a16="http://schemas.microsoft.com/office/drawing/2014/main" id="{94731FC8-0213-FEFA-07F0-804EF0A55952}"/>
                  </a:ext>
                </a:extLst>
              </p14:cNvPr>
              <p14:cNvContentPartPr/>
              <p14:nvPr/>
            </p14:nvContentPartPr>
            <p14:xfrm>
              <a:off x="2126027" y="6614173"/>
              <a:ext cx="41040" cy="147600"/>
            </p14:xfrm>
          </p:contentPart>
        </mc:Choice>
        <mc:Fallback xmlns="">
          <p:pic>
            <p:nvPicPr>
              <p:cNvPr id="112" name="Γραφή 111">
                <a:extLst>
                  <a:ext uri="{FF2B5EF4-FFF2-40B4-BE49-F238E27FC236}">
                    <a16:creationId xmlns:a16="http://schemas.microsoft.com/office/drawing/2014/main" id="{94731FC8-0213-FEFA-07F0-804EF0A55952}"/>
                  </a:ext>
                </a:extLst>
              </p:cNvPr>
              <p:cNvPicPr/>
              <p:nvPr/>
            </p:nvPicPr>
            <p:blipFill>
              <a:blip r:embed="rId76"/>
              <a:stretch>
                <a:fillRect/>
              </a:stretch>
            </p:blipFill>
            <p:spPr>
              <a:xfrm>
                <a:off x="2117027" y="6605173"/>
                <a:ext cx="58680" cy="165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7">
            <p14:nvContentPartPr>
              <p14:cNvPr id="116" name="Γραφή 115">
                <a:extLst>
                  <a:ext uri="{FF2B5EF4-FFF2-40B4-BE49-F238E27FC236}">
                    <a16:creationId xmlns:a16="http://schemas.microsoft.com/office/drawing/2014/main" id="{151DFC9F-15D5-D4F7-932D-25885587D55B}"/>
                  </a:ext>
                </a:extLst>
              </p14:cNvPr>
              <p14:cNvContentPartPr/>
              <p14:nvPr/>
            </p14:nvContentPartPr>
            <p14:xfrm>
              <a:off x="7554827" y="5542453"/>
              <a:ext cx="10440" cy="21600"/>
            </p14:xfrm>
          </p:contentPart>
        </mc:Choice>
        <mc:Fallback xmlns="">
          <p:pic>
            <p:nvPicPr>
              <p:cNvPr id="116" name="Γραφή 115">
                <a:extLst>
                  <a:ext uri="{FF2B5EF4-FFF2-40B4-BE49-F238E27FC236}">
                    <a16:creationId xmlns:a16="http://schemas.microsoft.com/office/drawing/2014/main" id="{151DFC9F-15D5-D4F7-932D-25885587D55B}"/>
                  </a:ext>
                </a:extLst>
              </p:cNvPr>
              <p:cNvPicPr/>
              <p:nvPr/>
            </p:nvPicPr>
            <p:blipFill>
              <a:blip r:embed="rId78"/>
              <a:stretch>
                <a:fillRect/>
              </a:stretch>
            </p:blipFill>
            <p:spPr>
              <a:xfrm>
                <a:off x="7545827" y="5487538"/>
                <a:ext cx="28080" cy="131064"/>
              </a:xfrm>
              <a:prstGeom prst="rect">
                <a:avLst/>
              </a:prstGeom>
            </p:spPr>
          </p:pic>
        </mc:Fallback>
      </mc:AlternateContent>
    </p:spTree>
    <p:extLst>
      <p:ext uri="{BB962C8B-B14F-4D97-AF65-F5344CB8AC3E}">
        <p14:creationId xmlns:p14="http://schemas.microsoft.com/office/powerpoint/2010/main" val="1188252544"/>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Success-Graph-PowerPoint-Template-1385</Template>
  <TotalTime>730</TotalTime>
  <Words>1180</Words>
  <Application>Microsoft Office PowerPoint</Application>
  <PresentationFormat>Widescreen</PresentationFormat>
  <Paragraphs>99</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Calibri</vt:lpstr>
      <vt:lpstr>Cambria Math</vt:lpstr>
      <vt:lpstr>Θέμα του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ΚΩΝΣΤΑΝΤΙΝΙΑ ΤΣΟΜΠΑΝΟΓΛΟΥ</dc:creator>
  <cp:lastModifiedBy>Apostolos Kefalos</cp:lastModifiedBy>
  <cp:revision>14</cp:revision>
  <dcterms:created xsi:type="dcterms:W3CDTF">2026-01-02T17:55:16Z</dcterms:created>
  <dcterms:modified xsi:type="dcterms:W3CDTF">2026-01-07T22:15:44Z</dcterms:modified>
</cp:coreProperties>
</file>